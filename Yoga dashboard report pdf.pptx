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38"/>
    <p:sldId id="257" r:id="rId39"/>
    <p:sldId id="258" r:id="rId40"/>
    <p:sldId id="259" r:id="rId41"/>
    <p:sldId id="260" r:id="rId42"/>
    <p:sldId id="261" r:id="rId43"/>
    <p:sldId id="262" r:id="rId44"/>
    <p:sldId id="263" r:id="rId45"/>
    <p:sldId id="264" r:id="rId46"/>
    <p:sldId id="265" r:id="rId47"/>
    <p:sldId id="266" r:id="rId48"/>
    <p:sldId id="267" r:id="rId49"/>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DM Sans" charset="1" panose="00000000000000000000"/>
      <p:regular r:id="rId10"/>
    </p:embeddedFont>
    <p:embeddedFont>
      <p:font typeface="DM Sans Bold" charset="1" panose="00000000000000000000"/>
      <p:regular r:id="rId11"/>
    </p:embeddedFont>
    <p:embeddedFont>
      <p:font typeface="DM Sans Italics" charset="1" panose="00000000000000000000"/>
      <p:regular r:id="rId12"/>
    </p:embeddedFont>
    <p:embeddedFont>
      <p:font typeface="DM Sans Bold Italics" charset="1" panose="00000000000000000000"/>
      <p:regular r:id="rId13"/>
    </p:embeddedFont>
    <p:embeddedFont>
      <p:font typeface="Canva Sans" charset="1" panose="020B0503030501040103"/>
      <p:regular r:id="rId14"/>
    </p:embeddedFont>
    <p:embeddedFont>
      <p:font typeface="Canva Sans Bold" charset="1" panose="020B0803030501040103"/>
      <p:regular r:id="rId15"/>
    </p:embeddedFont>
    <p:embeddedFont>
      <p:font typeface="Canva Sans Italics" charset="1" panose="020B0503030501040103"/>
      <p:regular r:id="rId16"/>
    </p:embeddedFont>
    <p:embeddedFont>
      <p:font typeface="Canva Sans Bold Italics" charset="1" panose="020B0803030501040103"/>
      <p:regular r:id="rId17"/>
    </p:embeddedFont>
    <p:embeddedFont>
      <p:font typeface="Canva Sans Medium" charset="1" panose="020B0603030501040103"/>
      <p:regular r:id="rId18"/>
    </p:embeddedFont>
    <p:embeddedFont>
      <p:font typeface="Canva Sans Medium Italics" charset="1" panose="020B0603030501040103"/>
      <p:regular r:id="rId19"/>
    </p:embeddedFont>
    <p:embeddedFont>
      <p:font typeface="Now" charset="1" panose="00000500000000000000"/>
      <p:regular r:id="rId20"/>
    </p:embeddedFont>
    <p:embeddedFont>
      <p:font typeface="Now Bold" charset="1" panose="00000800000000000000"/>
      <p:regular r:id="rId21"/>
    </p:embeddedFont>
    <p:embeddedFont>
      <p:font typeface="Now Thin" charset="1" panose="00000300000000000000"/>
      <p:regular r:id="rId22"/>
    </p:embeddedFont>
    <p:embeddedFont>
      <p:font typeface="Now Light" charset="1" panose="00000400000000000000"/>
      <p:regular r:id="rId23"/>
    </p:embeddedFont>
    <p:embeddedFont>
      <p:font typeface="Now Medium" charset="1" panose="00000600000000000000"/>
      <p:regular r:id="rId24"/>
    </p:embeddedFont>
    <p:embeddedFont>
      <p:font typeface="Now Heavy" charset="1" panose="00000A00000000000000"/>
      <p:regular r:id="rId25"/>
    </p:embeddedFont>
    <p:embeddedFont>
      <p:font typeface="Open Sauce" charset="1" panose="00000500000000000000"/>
      <p:regular r:id="rId26"/>
    </p:embeddedFont>
    <p:embeddedFont>
      <p:font typeface="Open Sauce Bold" charset="1" panose="00000800000000000000"/>
      <p:regular r:id="rId27"/>
    </p:embeddedFont>
    <p:embeddedFont>
      <p:font typeface="Open Sauce Italics" charset="1" panose="00000500000000000000"/>
      <p:regular r:id="rId28"/>
    </p:embeddedFont>
    <p:embeddedFont>
      <p:font typeface="Open Sauce Bold Italics" charset="1" panose="00000800000000000000"/>
      <p:regular r:id="rId29"/>
    </p:embeddedFont>
    <p:embeddedFont>
      <p:font typeface="Open Sauce Light" charset="1" panose="00000400000000000000"/>
      <p:regular r:id="rId30"/>
    </p:embeddedFont>
    <p:embeddedFont>
      <p:font typeface="Open Sauce Light Italics" charset="1" panose="00000400000000000000"/>
      <p:regular r:id="rId31"/>
    </p:embeddedFont>
    <p:embeddedFont>
      <p:font typeface="Open Sauce Medium" charset="1" panose="00000600000000000000"/>
      <p:regular r:id="rId32"/>
    </p:embeddedFont>
    <p:embeddedFont>
      <p:font typeface="Open Sauce Medium Italics" charset="1" panose="00000600000000000000"/>
      <p:regular r:id="rId33"/>
    </p:embeddedFont>
    <p:embeddedFont>
      <p:font typeface="Open Sauce Semi-Bold" charset="1" panose="00000700000000000000"/>
      <p:regular r:id="rId34"/>
    </p:embeddedFont>
    <p:embeddedFont>
      <p:font typeface="Open Sauce Semi-Bold Italics" charset="1" panose="00000700000000000000"/>
      <p:regular r:id="rId35"/>
    </p:embeddedFont>
    <p:embeddedFont>
      <p:font typeface="Open Sauce Heavy" charset="1" panose="00000A00000000000000"/>
      <p:regular r:id="rId36"/>
    </p:embeddedFont>
    <p:embeddedFont>
      <p:font typeface="Open Sauce Heavy Italics" charset="1" panose="00000A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slides/slide1.xml" Type="http://schemas.openxmlformats.org/officeDocument/2006/relationships/slide"/><Relationship Id="rId39" Target="slides/slide2.xml" Type="http://schemas.openxmlformats.org/officeDocument/2006/relationships/slide"/><Relationship Id="rId4" Target="theme/theme1.xml" Type="http://schemas.openxmlformats.org/officeDocument/2006/relationships/theme"/><Relationship Id="rId40" Target="slides/slide3.xml" Type="http://schemas.openxmlformats.org/officeDocument/2006/relationships/slide"/><Relationship Id="rId41" Target="slides/slide4.xml" Type="http://schemas.openxmlformats.org/officeDocument/2006/relationships/slide"/><Relationship Id="rId42" Target="slides/slide5.xml" Type="http://schemas.openxmlformats.org/officeDocument/2006/relationships/slide"/><Relationship Id="rId43" Target="slides/slide6.xml" Type="http://schemas.openxmlformats.org/officeDocument/2006/relationships/slide"/><Relationship Id="rId44" Target="slides/slide7.xml" Type="http://schemas.openxmlformats.org/officeDocument/2006/relationships/slide"/><Relationship Id="rId45" Target="slides/slide8.xml" Type="http://schemas.openxmlformats.org/officeDocument/2006/relationships/slide"/><Relationship Id="rId46" Target="slides/slide9.xml" Type="http://schemas.openxmlformats.org/officeDocument/2006/relationships/slide"/><Relationship Id="rId47" Target="slides/slide10.xml" Type="http://schemas.openxmlformats.org/officeDocument/2006/relationships/slide"/><Relationship Id="rId48" Target="slides/slide11.xml" Type="http://schemas.openxmlformats.org/officeDocument/2006/relationships/slide"/><Relationship Id="rId49" Target="slides/slide12.xml" Type="http://schemas.openxmlformats.org/officeDocument/2006/relationships/slid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5.png" Type="http://schemas.openxmlformats.org/officeDocument/2006/relationships/image"/><Relationship Id="rId12" Target="../media/image26.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jpe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12.pn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34.png" Type="http://schemas.openxmlformats.org/officeDocument/2006/relationships/image"/><Relationship Id="rId8" Target="../media/image35.svg" Type="http://schemas.openxmlformats.org/officeDocument/2006/relationships/image"/><Relationship Id="rId9"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51.png" Type="http://schemas.openxmlformats.org/officeDocument/2006/relationships/image"/><Relationship Id="rId13" Target="../media/image52.svg" Type="http://schemas.openxmlformats.org/officeDocument/2006/relationships/image"/><Relationship Id="rId14" Target="../media/image53.png" Type="http://schemas.openxmlformats.org/officeDocument/2006/relationships/image"/><Relationship Id="rId15" Target="../media/image54.svg" Type="http://schemas.openxmlformats.org/officeDocument/2006/relationships/image"/><Relationship Id="rId16" Target="../media/image55.png" Type="http://schemas.openxmlformats.org/officeDocument/2006/relationships/image"/><Relationship Id="rId17" Target="../media/image56.svg" Type="http://schemas.openxmlformats.org/officeDocument/2006/relationships/image"/><Relationship Id="rId18" Target="../media/image57.png" Type="http://schemas.openxmlformats.org/officeDocument/2006/relationships/image"/><Relationship Id="rId19" Target="../media/image58.svg" Type="http://schemas.openxmlformats.org/officeDocument/2006/relationships/image"/><Relationship Id="rId2" Target="../media/image41.png" Type="http://schemas.openxmlformats.org/officeDocument/2006/relationships/image"/><Relationship Id="rId20" Target="../media/image59.png" Type="http://schemas.openxmlformats.org/officeDocument/2006/relationships/image"/><Relationship Id="rId21" Target="../media/image60.svg" Type="http://schemas.openxmlformats.org/officeDocument/2006/relationships/image"/><Relationship Id="rId22" Target="../media/image61.png" Type="http://schemas.openxmlformats.org/officeDocument/2006/relationships/image"/><Relationship Id="rId23" Target="../media/image62.svg" Type="http://schemas.openxmlformats.org/officeDocument/2006/relationships/image"/><Relationship Id="rId24" Target="../media/image63.png" Type="http://schemas.openxmlformats.org/officeDocument/2006/relationships/image"/><Relationship Id="rId25" Target="../media/image64.svg" Type="http://schemas.openxmlformats.org/officeDocument/2006/relationships/image"/><Relationship Id="rId26" Target="../media/image65.png" Type="http://schemas.openxmlformats.org/officeDocument/2006/relationships/image"/><Relationship Id="rId27" Target="../media/image66.svg" Type="http://schemas.openxmlformats.org/officeDocument/2006/relationships/image"/><Relationship Id="rId28" Target="../media/image67.png" Type="http://schemas.openxmlformats.org/officeDocument/2006/relationships/image"/><Relationship Id="rId29" Target="../media/image68.svg" Type="http://schemas.openxmlformats.org/officeDocument/2006/relationships/image"/><Relationship Id="rId3" Target="../media/image42.svg" Type="http://schemas.openxmlformats.org/officeDocument/2006/relationships/image"/><Relationship Id="rId30" Target="../media/image69.png" Type="http://schemas.openxmlformats.org/officeDocument/2006/relationships/image"/><Relationship Id="rId31" Target="../media/image70.svg" Type="http://schemas.openxmlformats.org/officeDocument/2006/relationships/image"/><Relationship Id="rId32" Target="../media/image71.png" Type="http://schemas.openxmlformats.org/officeDocument/2006/relationships/image"/><Relationship Id="rId33" Target="../media/image72.svg" Type="http://schemas.openxmlformats.org/officeDocument/2006/relationships/image"/><Relationship Id="rId34" Target="../media/image73.png" Type="http://schemas.openxmlformats.org/officeDocument/2006/relationships/image"/><Relationship Id="rId35" Target="../media/image74.svg" Type="http://schemas.openxmlformats.org/officeDocument/2006/relationships/image"/><Relationship Id="rId36" Target="../media/image75.png" Type="http://schemas.openxmlformats.org/officeDocument/2006/relationships/image"/><Relationship Id="rId37" Target="../media/image76.svg" Type="http://schemas.openxmlformats.org/officeDocument/2006/relationships/image"/><Relationship Id="rId38" Target="../media/image77.png" Type="http://schemas.openxmlformats.org/officeDocument/2006/relationships/image"/><Relationship Id="rId39" Target="../media/image78.svg" Type="http://schemas.openxmlformats.org/officeDocument/2006/relationships/image"/><Relationship Id="rId4" Target="../media/image43.png" Type="http://schemas.openxmlformats.org/officeDocument/2006/relationships/image"/><Relationship Id="rId40" Target="../media/image79.png" Type="http://schemas.openxmlformats.org/officeDocument/2006/relationships/image"/><Relationship Id="rId41" Target="../media/image80.svg" Type="http://schemas.openxmlformats.org/officeDocument/2006/relationships/image"/><Relationship Id="rId42" Target="../media/image81.png" Type="http://schemas.openxmlformats.org/officeDocument/2006/relationships/image"/><Relationship Id="rId43" Target="../media/image82.svg" Type="http://schemas.openxmlformats.org/officeDocument/2006/relationships/image"/><Relationship Id="rId44" Target="../media/image83.png" Type="http://schemas.openxmlformats.org/officeDocument/2006/relationships/image"/><Relationship Id="rId45" Target="../media/image84.svg" Type="http://schemas.openxmlformats.org/officeDocument/2006/relationships/image"/><Relationship Id="rId46" Target="../media/image85.png" Type="http://schemas.openxmlformats.org/officeDocument/2006/relationships/image"/><Relationship Id="rId47" Target="../media/image86.svg" Type="http://schemas.openxmlformats.org/officeDocument/2006/relationships/image"/><Relationship Id="rId48" Target="../media/image87.png" Type="http://schemas.openxmlformats.org/officeDocument/2006/relationships/image"/><Relationship Id="rId49" Target="../media/image88.svg" Type="http://schemas.openxmlformats.org/officeDocument/2006/relationships/image"/><Relationship Id="rId5" Target="../media/image44.svg" Type="http://schemas.openxmlformats.org/officeDocument/2006/relationships/image"/><Relationship Id="rId50" Target="../media/image89.png" Type="http://schemas.openxmlformats.org/officeDocument/2006/relationships/image"/><Relationship Id="rId51" Target="../media/image90.svg" Type="http://schemas.openxmlformats.org/officeDocument/2006/relationships/image"/><Relationship Id="rId52" Target="../media/image91.png" Type="http://schemas.openxmlformats.org/officeDocument/2006/relationships/image"/><Relationship Id="rId53" Target="../media/image92.svg" Type="http://schemas.openxmlformats.org/officeDocument/2006/relationships/image"/><Relationship Id="rId54" Target="../media/image93.png" Type="http://schemas.openxmlformats.org/officeDocument/2006/relationships/image"/><Relationship Id="rId55" Target="../media/image94.svg" Type="http://schemas.openxmlformats.org/officeDocument/2006/relationships/image"/><Relationship Id="rId56" Target="../media/image95.png" Type="http://schemas.openxmlformats.org/officeDocument/2006/relationships/image"/><Relationship Id="rId57" Target="../media/image96.svg" Type="http://schemas.openxmlformats.org/officeDocument/2006/relationships/image"/><Relationship Id="rId58" Target="../media/image97.png" Type="http://schemas.openxmlformats.org/officeDocument/2006/relationships/image"/><Relationship Id="rId59" Target="../media/image98.svg" Type="http://schemas.openxmlformats.org/officeDocument/2006/relationships/image"/><Relationship Id="rId6" Target="../media/image45.png" Type="http://schemas.openxmlformats.org/officeDocument/2006/relationships/image"/><Relationship Id="rId60" Target="../media/image99.png" Type="http://schemas.openxmlformats.org/officeDocument/2006/relationships/image"/><Relationship Id="rId61" Target="../media/image100.svg" Type="http://schemas.openxmlformats.org/officeDocument/2006/relationships/image"/><Relationship Id="rId62" Target="../media/image101.png" Type="http://schemas.openxmlformats.org/officeDocument/2006/relationships/image"/><Relationship Id="rId63" Target="../media/image102.svg" Type="http://schemas.openxmlformats.org/officeDocument/2006/relationships/image"/><Relationship Id="rId64" Target="../media/image103.png" Type="http://schemas.openxmlformats.org/officeDocument/2006/relationships/image"/><Relationship Id="rId65" Target="../media/image104.svg" Type="http://schemas.openxmlformats.org/officeDocument/2006/relationships/image"/><Relationship Id="rId66" Target="../media/image105.png" Type="http://schemas.openxmlformats.org/officeDocument/2006/relationships/image"/><Relationship Id="rId67" Target="../media/image106.svg" Type="http://schemas.openxmlformats.org/officeDocument/2006/relationships/image"/><Relationship Id="rId68" Target="../media/image107.png" Type="http://schemas.openxmlformats.org/officeDocument/2006/relationships/image"/><Relationship Id="rId69" Target="../media/image108.svg" Type="http://schemas.openxmlformats.org/officeDocument/2006/relationships/image"/><Relationship Id="rId7" Target="../media/image46.svg" Type="http://schemas.openxmlformats.org/officeDocument/2006/relationships/image"/><Relationship Id="rId70" Target="../media/image109.png" Type="http://schemas.openxmlformats.org/officeDocument/2006/relationships/image"/><Relationship Id="rId71" Target="../media/image110.svg" Type="http://schemas.openxmlformats.org/officeDocument/2006/relationships/image"/><Relationship Id="rId72" Target="../media/image111.png" Type="http://schemas.openxmlformats.org/officeDocument/2006/relationships/image"/><Relationship Id="rId73" Target="../media/image112.svg" Type="http://schemas.openxmlformats.org/officeDocument/2006/relationships/image"/><Relationship Id="rId74" Target="../media/image113.png" Type="http://schemas.openxmlformats.org/officeDocument/2006/relationships/image"/><Relationship Id="rId75" Target="../media/image114.svg" Type="http://schemas.openxmlformats.org/officeDocument/2006/relationships/image"/><Relationship Id="rId76" Target="../media/image115.png" Type="http://schemas.openxmlformats.org/officeDocument/2006/relationships/image"/><Relationship Id="rId77" Target="../media/image116.svg" Type="http://schemas.openxmlformats.org/officeDocument/2006/relationships/image"/><Relationship Id="rId78" Target="../media/image117.png" Type="http://schemas.openxmlformats.org/officeDocument/2006/relationships/image"/><Relationship Id="rId79" Target="../media/image118.svg" Type="http://schemas.openxmlformats.org/officeDocument/2006/relationships/image"/><Relationship Id="rId8" Target="../media/image47.png" Type="http://schemas.openxmlformats.org/officeDocument/2006/relationships/image"/><Relationship Id="rId80" Target="../media/image119.png" Type="http://schemas.openxmlformats.org/officeDocument/2006/relationships/image"/><Relationship Id="rId81" Target="../media/image120.svg" Type="http://schemas.openxmlformats.org/officeDocument/2006/relationships/image"/><Relationship Id="rId82" Target="../media/image121.png" Type="http://schemas.openxmlformats.org/officeDocument/2006/relationships/image"/><Relationship Id="rId83" Target="../media/image122.svg" Type="http://schemas.openxmlformats.org/officeDocument/2006/relationships/image"/><Relationship Id="rId84" Target="../media/image123.png" Type="http://schemas.openxmlformats.org/officeDocument/2006/relationships/image"/><Relationship Id="rId85" Target="../media/image124.svg" Type="http://schemas.openxmlformats.org/officeDocument/2006/relationships/image"/><Relationship Id="rId86" Target="../media/image125.png" Type="http://schemas.openxmlformats.org/officeDocument/2006/relationships/image"/><Relationship Id="rId87" Target="../media/image126.svg" Type="http://schemas.openxmlformats.org/officeDocument/2006/relationships/image"/><Relationship Id="rId88" Target="../media/image127.png" Type="http://schemas.openxmlformats.org/officeDocument/2006/relationships/image"/><Relationship Id="rId89" Target="../media/image128.svg" Type="http://schemas.openxmlformats.org/officeDocument/2006/relationships/image"/><Relationship Id="rId9" Target="../media/image48.svg" Type="http://schemas.openxmlformats.org/officeDocument/2006/relationships/image"/><Relationship Id="rId90" Target="../media/image129.png" Type="http://schemas.openxmlformats.org/officeDocument/2006/relationships/image"/><Relationship Id="rId91" Target="../media/image130.svg" Type="http://schemas.openxmlformats.org/officeDocument/2006/relationships/image"/><Relationship Id="rId92" Target="../media/image131.png" Type="http://schemas.openxmlformats.org/officeDocument/2006/relationships/image"/><Relationship Id="rId93" Target="../media/image132.svg" Type="http://schemas.openxmlformats.org/officeDocument/2006/relationships/image"/><Relationship Id="rId94" Target="../media/image133.png" Type="http://schemas.openxmlformats.org/officeDocument/2006/relationships/image"/><Relationship Id="rId95" Target="../media/image134.svg" Type="http://schemas.openxmlformats.org/officeDocument/2006/relationships/image"/><Relationship Id="rId96" Target="../media/image135.png" Type="http://schemas.openxmlformats.org/officeDocument/2006/relationships/image"/><Relationship Id="rId97" Target="../media/image13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5400000">
            <a:off x="11392544" y="4154952"/>
            <a:ext cx="11958151" cy="1929323"/>
            <a:chOff x="0" y="0"/>
            <a:chExt cx="3149472" cy="508135"/>
          </a:xfrm>
        </p:grpSpPr>
        <p:sp>
          <p:nvSpPr>
            <p:cNvPr name="Freeform 3" id="3"/>
            <p:cNvSpPr/>
            <p:nvPr/>
          </p:nvSpPr>
          <p:spPr>
            <a:xfrm flipH="false" flipV="false" rot="0">
              <a:off x="0" y="0"/>
              <a:ext cx="3149472" cy="508135"/>
            </a:xfrm>
            <a:custGeom>
              <a:avLst/>
              <a:gdLst/>
              <a:ahLst/>
              <a:cxnLst/>
              <a:rect r="r" b="b" t="t" l="l"/>
              <a:pathLst>
                <a:path h="508135" w="3149472">
                  <a:moveTo>
                    <a:pt x="0" y="0"/>
                  </a:moveTo>
                  <a:lnTo>
                    <a:pt x="3149472" y="0"/>
                  </a:lnTo>
                  <a:lnTo>
                    <a:pt x="3149472" y="508135"/>
                  </a:lnTo>
                  <a:lnTo>
                    <a:pt x="0" y="508135"/>
                  </a:lnTo>
                  <a:close/>
                </a:path>
              </a:pathLst>
            </a:custGeom>
            <a:solidFill>
              <a:srgbClr val="145DA0"/>
            </a:solidFill>
          </p:spPr>
        </p:sp>
        <p:sp>
          <p:nvSpPr>
            <p:cNvPr name="TextBox 4" id="4"/>
            <p:cNvSpPr txBox="true"/>
            <p:nvPr/>
          </p:nvSpPr>
          <p:spPr>
            <a:xfrm>
              <a:off x="0" y="-28575"/>
              <a:ext cx="3149472" cy="536710"/>
            </a:xfrm>
            <a:prstGeom prst="rect">
              <a:avLst/>
            </a:prstGeom>
          </p:spPr>
          <p:txBody>
            <a:bodyPr anchor="ctr" rtlCol="false" tIns="50800" lIns="50800" bIns="50800" rIns="50800"/>
            <a:lstStyle/>
            <a:p>
              <a:pPr algn="ctr">
                <a:lnSpc>
                  <a:spcPts val="2590"/>
                </a:lnSpc>
              </a:pPr>
            </a:p>
          </p:txBody>
        </p:sp>
      </p:grpSp>
      <p:sp>
        <p:nvSpPr>
          <p:cNvPr name="Freeform 5" id="5"/>
          <p:cNvSpPr/>
          <p:nvPr/>
        </p:nvSpPr>
        <p:spPr>
          <a:xfrm flipH="false" flipV="false" rot="0">
            <a:off x="-295175" y="8630507"/>
            <a:ext cx="2647750" cy="2647750"/>
          </a:xfrm>
          <a:custGeom>
            <a:avLst/>
            <a:gdLst/>
            <a:ahLst/>
            <a:cxnLst/>
            <a:rect r="r" b="b" t="t" l="l"/>
            <a:pathLst>
              <a:path h="2647750" w="2647750">
                <a:moveTo>
                  <a:pt x="0" y="0"/>
                </a:moveTo>
                <a:lnTo>
                  <a:pt x="2647750" y="0"/>
                </a:lnTo>
                <a:lnTo>
                  <a:pt x="2647750" y="2647751"/>
                </a:lnTo>
                <a:lnTo>
                  <a:pt x="0" y="2647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331719" y="1232912"/>
            <a:ext cx="7418555" cy="8025388"/>
            <a:chOff x="0" y="0"/>
            <a:chExt cx="1149328" cy="1243343"/>
          </a:xfrm>
        </p:grpSpPr>
        <p:sp>
          <p:nvSpPr>
            <p:cNvPr name="Freeform 7" id="7"/>
            <p:cNvSpPr/>
            <p:nvPr/>
          </p:nvSpPr>
          <p:spPr>
            <a:xfrm flipH="false" flipV="false" rot="0">
              <a:off x="0" y="0"/>
              <a:ext cx="1149328" cy="1243343"/>
            </a:xfrm>
            <a:custGeom>
              <a:avLst/>
              <a:gdLst/>
              <a:ahLst/>
              <a:cxnLst/>
              <a:rect r="r" b="b" t="t" l="l"/>
              <a:pathLst>
                <a:path h="1243343" w="1149328">
                  <a:moveTo>
                    <a:pt x="0" y="0"/>
                  </a:moveTo>
                  <a:lnTo>
                    <a:pt x="1149328" y="0"/>
                  </a:lnTo>
                  <a:lnTo>
                    <a:pt x="1149328" y="1243343"/>
                  </a:lnTo>
                  <a:lnTo>
                    <a:pt x="0" y="1243343"/>
                  </a:lnTo>
                  <a:close/>
                </a:path>
              </a:pathLst>
            </a:custGeom>
            <a:blipFill>
              <a:blip r:embed="rId4"/>
              <a:stretch>
                <a:fillRect l="-16807" t="0" r="-13052" b="-20040"/>
              </a:stretch>
            </a:blipFill>
          </p:spPr>
        </p:sp>
      </p:grpSp>
      <p:sp>
        <p:nvSpPr>
          <p:cNvPr name="TextBox 8" id="8"/>
          <p:cNvSpPr txBox="true"/>
          <p:nvPr/>
        </p:nvSpPr>
        <p:spPr>
          <a:xfrm rot="0">
            <a:off x="1240542" y="6978474"/>
            <a:ext cx="9091177" cy="966350"/>
          </a:xfrm>
          <a:prstGeom prst="rect">
            <a:avLst/>
          </a:prstGeom>
        </p:spPr>
        <p:txBody>
          <a:bodyPr anchor="t" rtlCol="false" tIns="0" lIns="0" bIns="0" rIns="0">
            <a:spAutoFit/>
          </a:bodyPr>
          <a:lstStyle/>
          <a:p>
            <a:pPr>
              <a:lnSpc>
                <a:spcPts val="3884"/>
              </a:lnSpc>
            </a:pPr>
            <a:r>
              <a:rPr lang="en-US" sz="3157">
                <a:solidFill>
                  <a:srgbClr val="56AEFF"/>
                </a:solidFill>
                <a:latin typeface="DM Sans Italics"/>
              </a:rPr>
              <a:t>Presented by: </a:t>
            </a:r>
          </a:p>
          <a:p>
            <a:pPr algn="l" marL="0" indent="0" lvl="0">
              <a:lnSpc>
                <a:spcPts val="3884"/>
              </a:lnSpc>
              <a:spcBef>
                <a:spcPct val="0"/>
              </a:spcBef>
            </a:pPr>
            <a:r>
              <a:rPr lang="en-US" sz="3157">
                <a:solidFill>
                  <a:srgbClr val="56AEFF"/>
                </a:solidFill>
                <a:latin typeface="DM Sans Italics"/>
              </a:rPr>
              <a:t>Aritra, Aparna, Shikhara, Bhavya and Siddharth</a:t>
            </a:r>
          </a:p>
        </p:txBody>
      </p:sp>
      <p:sp>
        <p:nvSpPr>
          <p:cNvPr name="TextBox 9" id="9"/>
          <p:cNvSpPr txBox="true"/>
          <p:nvPr/>
        </p:nvSpPr>
        <p:spPr>
          <a:xfrm rot="0">
            <a:off x="1573748" y="3625154"/>
            <a:ext cx="10959085" cy="1730172"/>
          </a:xfrm>
          <a:prstGeom prst="rect">
            <a:avLst/>
          </a:prstGeom>
        </p:spPr>
        <p:txBody>
          <a:bodyPr anchor="t" rtlCol="false" tIns="0" lIns="0" bIns="0" rIns="0">
            <a:spAutoFit/>
          </a:bodyPr>
          <a:lstStyle/>
          <a:p>
            <a:pPr>
              <a:lnSpc>
                <a:spcPts val="13568"/>
              </a:lnSpc>
            </a:pPr>
            <a:r>
              <a:rPr lang="en-US" sz="11306">
                <a:solidFill>
                  <a:srgbClr val="FFFBFB"/>
                </a:solidFill>
                <a:latin typeface="Now Bold"/>
              </a:rPr>
              <a:t>AI YOGI</a:t>
            </a:r>
          </a:p>
        </p:txBody>
      </p:sp>
      <p:sp>
        <p:nvSpPr>
          <p:cNvPr name="TextBox 10" id="10"/>
          <p:cNvSpPr txBox="true"/>
          <p:nvPr/>
        </p:nvSpPr>
        <p:spPr>
          <a:xfrm rot="0">
            <a:off x="1573748" y="5337186"/>
            <a:ext cx="9659937" cy="1709044"/>
          </a:xfrm>
          <a:prstGeom prst="rect">
            <a:avLst/>
          </a:prstGeom>
        </p:spPr>
        <p:txBody>
          <a:bodyPr anchor="t" rtlCol="false" tIns="0" lIns="0" bIns="0" rIns="0">
            <a:spAutoFit/>
          </a:bodyPr>
          <a:lstStyle/>
          <a:p>
            <a:pPr>
              <a:lnSpc>
                <a:spcPts val="13568"/>
              </a:lnSpc>
            </a:pPr>
            <a:r>
              <a:rPr lang="en-US" sz="11306">
                <a:solidFill>
                  <a:srgbClr val="56AEFF"/>
                </a:solidFill>
                <a:latin typeface="Now Bold"/>
              </a:rPr>
              <a:t>PROJECT</a:t>
            </a:r>
          </a:p>
        </p:txBody>
      </p:sp>
      <p:sp>
        <p:nvSpPr>
          <p:cNvPr name="Freeform 11" id="11"/>
          <p:cNvSpPr/>
          <p:nvPr/>
        </p:nvSpPr>
        <p:spPr>
          <a:xfrm flipH="false" flipV="false" rot="0">
            <a:off x="11208957" y="-1163897"/>
            <a:ext cx="2647750" cy="2647750"/>
          </a:xfrm>
          <a:custGeom>
            <a:avLst/>
            <a:gdLst/>
            <a:ahLst/>
            <a:cxnLst/>
            <a:rect r="r" b="b" t="t" l="l"/>
            <a:pathLst>
              <a:path h="2647750" w="2647750">
                <a:moveTo>
                  <a:pt x="0" y="0"/>
                </a:moveTo>
                <a:lnTo>
                  <a:pt x="2647750" y="0"/>
                </a:lnTo>
                <a:lnTo>
                  <a:pt x="2647750" y="2647750"/>
                </a:lnTo>
                <a:lnTo>
                  <a:pt x="0" y="26477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0">
            <a:off x="1850847" y="1724335"/>
            <a:ext cx="5688902" cy="2325109"/>
            <a:chOff x="0" y="0"/>
            <a:chExt cx="1892398" cy="773441"/>
          </a:xfrm>
        </p:grpSpPr>
        <p:sp>
          <p:nvSpPr>
            <p:cNvPr name="Freeform 3" id="3"/>
            <p:cNvSpPr/>
            <p:nvPr/>
          </p:nvSpPr>
          <p:spPr>
            <a:xfrm flipH="false" flipV="false" rot="0">
              <a:off x="0" y="0"/>
              <a:ext cx="1892397" cy="773441"/>
            </a:xfrm>
            <a:custGeom>
              <a:avLst/>
              <a:gdLst/>
              <a:ahLst/>
              <a:cxnLst/>
              <a:rect r="r" b="b" t="t" l="l"/>
              <a:pathLst>
                <a:path h="773441" w="1892397">
                  <a:moveTo>
                    <a:pt x="0" y="0"/>
                  </a:moveTo>
                  <a:lnTo>
                    <a:pt x="1892397" y="0"/>
                  </a:lnTo>
                  <a:lnTo>
                    <a:pt x="1892397" y="773441"/>
                  </a:lnTo>
                  <a:lnTo>
                    <a:pt x="0" y="773441"/>
                  </a:lnTo>
                  <a:close/>
                </a:path>
              </a:pathLst>
            </a:custGeom>
            <a:solidFill>
              <a:srgbClr val="145DA0"/>
            </a:solidFill>
            <a:ln w="9525" cap="sq">
              <a:solidFill>
                <a:srgbClr val="FFFFFF"/>
              </a:solidFill>
              <a:prstDash val="solid"/>
              <a:miter/>
            </a:ln>
          </p:spPr>
        </p:sp>
        <p:sp>
          <p:nvSpPr>
            <p:cNvPr name="TextBox 4" id="4"/>
            <p:cNvSpPr txBox="true"/>
            <p:nvPr/>
          </p:nvSpPr>
          <p:spPr>
            <a:xfrm>
              <a:off x="0" y="-28575"/>
              <a:ext cx="1892398" cy="802016"/>
            </a:xfrm>
            <a:prstGeom prst="rect">
              <a:avLst/>
            </a:prstGeom>
          </p:spPr>
          <p:txBody>
            <a:bodyPr anchor="ctr" rtlCol="false" tIns="50800" lIns="50800" bIns="50800" rIns="50800"/>
            <a:lstStyle/>
            <a:p>
              <a:pPr algn="ctr">
                <a:lnSpc>
                  <a:spcPts val="2793"/>
                </a:lnSpc>
              </a:pPr>
              <a:r>
                <a:rPr lang="en-US" sz="2024" spc="198">
                  <a:solidFill>
                    <a:srgbClr val="FFFFFF"/>
                  </a:solidFill>
                  <a:latin typeface="DM Sans"/>
                </a:rPr>
                <a:t>THERMAL IMAGE LANDMARK AND AREA PREDICTION</a:t>
              </a:r>
            </a:p>
          </p:txBody>
        </p:sp>
      </p:grpSp>
      <p:grpSp>
        <p:nvGrpSpPr>
          <p:cNvPr name="Group 5" id="5"/>
          <p:cNvGrpSpPr/>
          <p:nvPr/>
        </p:nvGrpSpPr>
        <p:grpSpPr>
          <a:xfrm rot="0">
            <a:off x="4065669" y="4384460"/>
            <a:ext cx="5935006" cy="2325109"/>
            <a:chOff x="0" y="0"/>
            <a:chExt cx="1974263" cy="773441"/>
          </a:xfrm>
        </p:grpSpPr>
        <p:sp>
          <p:nvSpPr>
            <p:cNvPr name="Freeform 6" id="6"/>
            <p:cNvSpPr/>
            <p:nvPr/>
          </p:nvSpPr>
          <p:spPr>
            <a:xfrm flipH="false" flipV="false" rot="0">
              <a:off x="0" y="0"/>
              <a:ext cx="1974263" cy="773441"/>
            </a:xfrm>
            <a:custGeom>
              <a:avLst/>
              <a:gdLst/>
              <a:ahLst/>
              <a:cxnLst/>
              <a:rect r="r" b="b" t="t" l="l"/>
              <a:pathLst>
                <a:path h="773441" w="1974263">
                  <a:moveTo>
                    <a:pt x="0" y="0"/>
                  </a:moveTo>
                  <a:lnTo>
                    <a:pt x="1974263" y="0"/>
                  </a:lnTo>
                  <a:lnTo>
                    <a:pt x="1974263" y="773441"/>
                  </a:lnTo>
                  <a:lnTo>
                    <a:pt x="0" y="773441"/>
                  </a:lnTo>
                  <a:close/>
                </a:path>
              </a:pathLst>
            </a:custGeom>
            <a:solidFill>
              <a:srgbClr val="145DA0"/>
            </a:solidFill>
            <a:ln w="9525" cap="sq">
              <a:solidFill>
                <a:srgbClr val="FFFFFF"/>
              </a:solidFill>
              <a:prstDash val="solid"/>
              <a:miter/>
            </a:ln>
          </p:spPr>
        </p:sp>
        <p:sp>
          <p:nvSpPr>
            <p:cNvPr name="TextBox 7" id="7"/>
            <p:cNvSpPr txBox="true"/>
            <p:nvPr/>
          </p:nvSpPr>
          <p:spPr>
            <a:xfrm>
              <a:off x="0" y="-38100"/>
              <a:ext cx="1974263" cy="811541"/>
            </a:xfrm>
            <a:prstGeom prst="rect">
              <a:avLst/>
            </a:prstGeom>
          </p:spPr>
          <p:txBody>
            <a:bodyPr anchor="ctr" rtlCol="false" tIns="50800" lIns="50800" bIns="50800" rIns="50800"/>
            <a:lstStyle/>
            <a:p>
              <a:pPr algn="ctr">
                <a:lnSpc>
                  <a:spcPts val="3483"/>
                </a:lnSpc>
              </a:pPr>
              <a:r>
                <a:rPr lang="en-US" sz="2524" spc="247">
                  <a:solidFill>
                    <a:srgbClr val="FFFFFF"/>
                  </a:solidFill>
                  <a:latin typeface="DM Sans"/>
                </a:rPr>
                <a:t>EYE MOVEMENT TRACKING</a:t>
              </a:r>
            </a:p>
          </p:txBody>
        </p:sp>
      </p:grpSp>
      <p:grpSp>
        <p:nvGrpSpPr>
          <p:cNvPr name="Group 8" id="8"/>
          <p:cNvGrpSpPr/>
          <p:nvPr/>
        </p:nvGrpSpPr>
        <p:grpSpPr>
          <a:xfrm rot="0">
            <a:off x="10000675" y="1509629"/>
            <a:ext cx="6992751" cy="8074770"/>
            <a:chOff x="0" y="0"/>
            <a:chExt cx="5499100" cy="6350000"/>
          </a:xfrm>
        </p:grpSpPr>
        <p:sp>
          <p:nvSpPr>
            <p:cNvPr name="Freeform 9" id="9"/>
            <p:cNvSpPr/>
            <p:nvPr/>
          </p:nvSpPr>
          <p:spPr>
            <a:xfrm flipH="false" flipV="false" rot="0">
              <a:off x="0" y="0"/>
              <a:ext cx="5499100" cy="6350000"/>
            </a:xfrm>
            <a:custGeom>
              <a:avLst/>
              <a:gdLst/>
              <a:ahLst/>
              <a:cxnLst/>
              <a:rect r="r" b="b" t="t" l="l"/>
              <a:pathLst>
                <a:path h="6350000" w="5499100">
                  <a:moveTo>
                    <a:pt x="2749550" y="6350000"/>
                  </a:moveTo>
                  <a:lnTo>
                    <a:pt x="0" y="4762500"/>
                  </a:lnTo>
                  <a:lnTo>
                    <a:pt x="0" y="1587500"/>
                  </a:lnTo>
                  <a:lnTo>
                    <a:pt x="2749550" y="0"/>
                  </a:lnTo>
                  <a:lnTo>
                    <a:pt x="5499100" y="1587500"/>
                  </a:lnTo>
                  <a:lnTo>
                    <a:pt x="5499100" y="4762500"/>
                  </a:lnTo>
                  <a:lnTo>
                    <a:pt x="2749550" y="6350000"/>
                  </a:lnTo>
                  <a:close/>
                </a:path>
              </a:pathLst>
            </a:custGeom>
            <a:solidFill>
              <a:srgbClr val="56AEFF"/>
            </a:solidFill>
            <a:ln w="12700">
              <a:solidFill>
                <a:srgbClr val="000000"/>
              </a:solidFill>
            </a:ln>
          </p:spPr>
        </p:sp>
      </p:grpSp>
      <p:grpSp>
        <p:nvGrpSpPr>
          <p:cNvPr name="Group 10" id="10"/>
          <p:cNvGrpSpPr/>
          <p:nvPr/>
        </p:nvGrpSpPr>
        <p:grpSpPr>
          <a:xfrm rot="0">
            <a:off x="10143550" y="1698193"/>
            <a:ext cx="6697476" cy="7733806"/>
            <a:chOff x="0" y="0"/>
            <a:chExt cx="5499100" cy="6350000"/>
          </a:xfrm>
        </p:grpSpPr>
        <p:sp>
          <p:nvSpPr>
            <p:cNvPr name="Freeform 11" id="11"/>
            <p:cNvSpPr/>
            <p:nvPr/>
          </p:nvSpPr>
          <p:spPr>
            <a:xfrm flipH="false" flipV="false" rot="0">
              <a:off x="0" y="0"/>
              <a:ext cx="5499100" cy="6350000"/>
            </a:xfrm>
            <a:custGeom>
              <a:avLst/>
              <a:gdLst/>
              <a:ahLst/>
              <a:cxnLst/>
              <a:rect r="r" b="b" t="t" l="l"/>
              <a:pathLst>
                <a:path h="6350000" w="54991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2"/>
              <a:stretch>
                <a:fillRect l="-7736" t="0" r="-7736" b="0"/>
              </a:stretch>
            </a:blipFill>
          </p:spPr>
        </p:sp>
      </p:grpSp>
      <p:grpSp>
        <p:nvGrpSpPr>
          <p:cNvPr name="Group 12" id="12"/>
          <p:cNvGrpSpPr/>
          <p:nvPr/>
        </p:nvGrpSpPr>
        <p:grpSpPr>
          <a:xfrm rot="0">
            <a:off x="5938111" y="7267393"/>
            <a:ext cx="5688902" cy="2317006"/>
            <a:chOff x="0" y="0"/>
            <a:chExt cx="1892398" cy="770746"/>
          </a:xfrm>
        </p:grpSpPr>
        <p:sp>
          <p:nvSpPr>
            <p:cNvPr name="Freeform 13" id="13"/>
            <p:cNvSpPr/>
            <p:nvPr/>
          </p:nvSpPr>
          <p:spPr>
            <a:xfrm flipH="false" flipV="false" rot="0">
              <a:off x="0" y="0"/>
              <a:ext cx="1892397" cy="770746"/>
            </a:xfrm>
            <a:custGeom>
              <a:avLst/>
              <a:gdLst/>
              <a:ahLst/>
              <a:cxnLst/>
              <a:rect r="r" b="b" t="t" l="l"/>
              <a:pathLst>
                <a:path h="770746" w="1892397">
                  <a:moveTo>
                    <a:pt x="0" y="0"/>
                  </a:moveTo>
                  <a:lnTo>
                    <a:pt x="1892397" y="0"/>
                  </a:lnTo>
                  <a:lnTo>
                    <a:pt x="1892397" y="770746"/>
                  </a:lnTo>
                  <a:lnTo>
                    <a:pt x="0" y="770746"/>
                  </a:lnTo>
                  <a:close/>
                </a:path>
              </a:pathLst>
            </a:custGeom>
            <a:solidFill>
              <a:srgbClr val="145DA0"/>
            </a:solidFill>
            <a:ln w="9525" cap="sq">
              <a:solidFill>
                <a:srgbClr val="FFFFFF"/>
              </a:solidFill>
              <a:prstDash val="solid"/>
              <a:miter/>
            </a:ln>
          </p:spPr>
        </p:sp>
        <p:sp>
          <p:nvSpPr>
            <p:cNvPr name="TextBox 14" id="14"/>
            <p:cNvSpPr txBox="true"/>
            <p:nvPr/>
          </p:nvSpPr>
          <p:spPr>
            <a:xfrm>
              <a:off x="0" y="-38100"/>
              <a:ext cx="1892398" cy="808846"/>
            </a:xfrm>
            <a:prstGeom prst="rect">
              <a:avLst/>
            </a:prstGeom>
          </p:spPr>
          <p:txBody>
            <a:bodyPr anchor="ctr" rtlCol="false" tIns="50800" lIns="50800" bIns="50800" rIns="50800"/>
            <a:lstStyle/>
            <a:p>
              <a:pPr algn="ctr">
                <a:lnSpc>
                  <a:spcPts val="3621"/>
                </a:lnSpc>
              </a:pPr>
              <a:r>
                <a:rPr lang="en-US" sz="2624" spc="257">
                  <a:solidFill>
                    <a:srgbClr val="FFFFFF"/>
                  </a:solidFill>
                  <a:latin typeface="DM Sans"/>
                </a:rPr>
                <a:t>YOGA POSE DETECTION</a:t>
              </a:r>
            </a:p>
          </p:txBody>
        </p:sp>
      </p:grpSp>
      <p:sp>
        <p:nvSpPr>
          <p:cNvPr name="Freeform 15" id="15"/>
          <p:cNvSpPr/>
          <p:nvPr/>
        </p:nvSpPr>
        <p:spPr>
          <a:xfrm flipH="false" flipV="false" rot="0">
            <a:off x="-7631327" y="597505"/>
            <a:ext cx="9077445" cy="9077445"/>
          </a:xfrm>
          <a:custGeom>
            <a:avLst/>
            <a:gdLst/>
            <a:ahLst/>
            <a:cxnLst/>
            <a:rect r="r" b="b" t="t" l="l"/>
            <a:pathLst>
              <a:path h="9077445" w="9077445">
                <a:moveTo>
                  <a:pt x="0" y="0"/>
                </a:moveTo>
                <a:lnTo>
                  <a:pt x="9077444" y="0"/>
                </a:lnTo>
                <a:lnTo>
                  <a:pt x="9077444" y="9077445"/>
                </a:lnTo>
                <a:lnTo>
                  <a:pt x="0" y="90774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4695298" y="387584"/>
            <a:ext cx="7868600" cy="1122045"/>
          </a:xfrm>
          <a:prstGeom prst="rect">
            <a:avLst/>
          </a:prstGeom>
        </p:spPr>
        <p:txBody>
          <a:bodyPr anchor="t" rtlCol="false" tIns="0" lIns="0" bIns="0" rIns="0">
            <a:spAutoFit/>
          </a:bodyPr>
          <a:lstStyle/>
          <a:p>
            <a:pPr algn="ctr" marL="0" indent="0" lvl="0">
              <a:lnSpc>
                <a:spcPts val="8785"/>
              </a:lnSpc>
              <a:spcBef>
                <a:spcPct val="0"/>
              </a:spcBef>
            </a:pPr>
            <a:r>
              <a:rPr lang="en-US" sz="7321">
                <a:solidFill>
                  <a:srgbClr val="FFFBFB"/>
                </a:solidFill>
                <a:latin typeface="Now Bold"/>
              </a:rPr>
              <a:t>PROBLEMS </a:t>
            </a:r>
          </a:p>
        </p:txBody>
      </p:sp>
      <p:sp>
        <p:nvSpPr>
          <p:cNvPr name="TextBox 17" id="17"/>
          <p:cNvSpPr txBox="true"/>
          <p:nvPr/>
        </p:nvSpPr>
        <p:spPr>
          <a:xfrm rot="0">
            <a:off x="1850847" y="1667185"/>
            <a:ext cx="777710" cy="594929"/>
          </a:xfrm>
          <a:prstGeom prst="rect">
            <a:avLst/>
          </a:prstGeom>
        </p:spPr>
        <p:txBody>
          <a:bodyPr anchor="t" rtlCol="false" tIns="0" lIns="0" bIns="0" rIns="0">
            <a:spAutoFit/>
          </a:bodyPr>
          <a:lstStyle/>
          <a:p>
            <a:pPr algn="ctr">
              <a:lnSpc>
                <a:spcPts val="4910"/>
              </a:lnSpc>
            </a:pPr>
            <a:r>
              <a:rPr lang="en-US" sz="3558">
                <a:solidFill>
                  <a:srgbClr val="FFFFFF"/>
                </a:solidFill>
                <a:latin typeface="DM Sans Bold"/>
              </a:rPr>
              <a:t>01</a:t>
            </a:r>
          </a:p>
        </p:txBody>
      </p:sp>
      <p:sp>
        <p:nvSpPr>
          <p:cNvPr name="TextBox 18" id="18"/>
          <p:cNvSpPr txBox="true"/>
          <p:nvPr/>
        </p:nvSpPr>
        <p:spPr>
          <a:xfrm rot="0">
            <a:off x="4065669" y="4327310"/>
            <a:ext cx="967502" cy="578011"/>
          </a:xfrm>
          <a:prstGeom prst="rect">
            <a:avLst/>
          </a:prstGeom>
        </p:spPr>
        <p:txBody>
          <a:bodyPr anchor="t" rtlCol="false" tIns="0" lIns="0" bIns="0" rIns="0">
            <a:spAutoFit/>
          </a:bodyPr>
          <a:lstStyle/>
          <a:p>
            <a:pPr algn="ctr">
              <a:lnSpc>
                <a:spcPts val="4781"/>
              </a:lnSpc>
            </a:pPr>
            <a:r>
              <a:rPr lang="en-US" sz="3465">
                <a:solidFill>
                  <a:srgbClr val="FFFFFF"/>
                </a:solidFill>
                <a:latin typeface="DM Sans Bold"/>
              </a:rPr>
              <a:t>02</a:t>
            </a:r>
          </a:p>
        </p:txBody>
      </p:sp>
      <p:sp>
        <p:nvSpPr>
          <p:cNvPr name="TextBox 19" id="19"/>
          <p:cNvSpPr txBox="true"/>
          <p:nvPr/>
        </p:nvSpPr>
        <p:spPr>
          <a:xfrm rot="0">
            <a:off x="5938111" y="7210243"/>
            <a:ext cx="771547" cy="628421"/>
          </a:xfrm>
          <a:prstGeom prst="rect">
            <a:avLst/>
          </a:prstGeom>
        </p:spPr>
        <p:txBody>
          <a:bodyPr anchor="t" rtlCol="false" tIns="0" lIns="0" bIns="0" rIns="0">
            <a:spAutoFit/>
          </a:bodyPr>
          <a:lstStyle/>
          <a:p>
            <a:pPr algn="ctr">
              <a:lnSpc>
                <a:spcPts val="5188"/>
              </a:lnSpc>
            </a:pPr>
            <a:r>
              <a:rPr lang="en-US" sz="3759">
                <a:solidFill>
                  <a:srgbClr val="FFFFFF"/>
                </a:solidFill>
                <a:latin typeface="DM Sans Bold"/>
              </a:rPr>
              <a:t>03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0">
            <a:off x="10899382" y="-54747"/>
            <a:ext cx="8958965" cy="9313047"/>
            <a:chOff x="0" y="0"/>
            <a:chExt cx="6108573" cy="6350000"/>
          </a:xfrm>
        </p:grpSpPr>
        <p:sp>
          <p:nvSpPr>
            <p:cNvPr name="Freeform 3" id="3"/>
            <p:cNvSpPr/>
            <p:nvPr/>
          </p:nvSpPr>
          <p:spPr>
            <a:xfrm flipH="false" flipV="false" rot="0">
              <a:off x="0" y="0"/>
              <a:ext cx="6108573" cy="6350000"/>
            </a:xfrm>
            <a:custGeom>
              <a:avLst/>
              <a:gdLst/>
              <a:ahLst/>
              <a:cxnLst/>
              <a:rect r="r" b="b" t="t" l="l"/>
              <a:pathLst>
                <a:path h="6350000" w="6108573">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l="0" t="-1266" r="0" b="-1266"/>
              </a:stretch>
            </a:blipFill>
          </p:spPr>
        </p:sp>
      </p:grpSp>
      <p:sp>
        <p:nvSpPr>
          <p:cNvPr name="Freeform 4" id="4"/>
          <p:cNvSpPr/>
          <p:nvPr/>
        </p:nvSpPr>
        <p:spPr>
          <a:xfrm flipH="false" flipV="false" rot="0">
            <a:off x="17259300" y="8127303"/>
            <a:ext cx="1802889" cy="1802889"/>
          </a:xfrm>
          <a:custGeom>
            <a:avLst/>
            <a:gdLst/>
            <a:ahLst/>
            <a:cxnLst/>
            <a:rect r="r" b="b" t="t" l="l"/>
            <a:pathLst>
              <a:path h="1802889" w="1802889">
                <a:moveTo>
                  <a:pt x="0" y="0"/>
                </a:moveTo>
                <a:lnTo>
                  <a:pt x="1802889" y="0"/>
                </a:lnTo>
                <a:lnTo>
                  <a:pt x="1802889" y="1802889"/>
                </a:lnTo>
                <a:lnTo>
                  <a:pt x="0" y="18028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833387" y="-1033334"/>
            <a:ext cx="2293320" cy="2293320"/>
          </a:xfrm>
          <a:custGeom>
            <a:avLst/>
            <a:gdLst/>
            <a:ahLst/>
            <a:cxnLst/>
            <a:rect r="r" b="b" t="t" l="l"/>
            <a:pathLst>
              <a:path h="2293320" w="2293320">
                <a:moveTo>
                  <a:pt x="0" y="0"/>
                </a:moveTo>
                <a:lnTo>
                  <a:pt x="2293320" y="0"/>
                </a:lnTo>
                <a:lnTo>
                  <a:pt x="2293320" y="2293319"/>
                </a:lnTo>
                <a:lnTo>
                  <a:pt x="0" y="22933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6" id="6"/>
          <p:cNvPicPr>
            <a:picLocks noChangeAspect="true"/>
          </p:cNvPicPr>
          <p:nvPr/>
        </p:nvPicPr>
        <p:blipFill>
          <a:blip r:embed="rId5"/>
          <a:stretch>
            <a:fillRect/>
          </a:stretch>
        </p:blipFill>
        <p:spPr>
          <a:xfrm rot="0">
            <a:off x="1299799" y="-30139"/>
            <a:ext cx="3567648" cy="1100388"/>
          </a:xfrm>
          <a:prstGeom prst="rect">
            <a:avLst/>
          </a:prstGeom>
        </p:spPr>
      </p:pic>
      <p:pic>
        <p:nvPicPr>
          <p:cNvPr name="Picture 7" id="7"/>
          <p:cNvPicPr>
            <a:picLocks noChangeAspect="true"/>
          </p:cNvPicPr>
          <p:nvPr/>
        </p:nvPicPr>
        <p:blipFill>
          <a:blip r:embed="rId6"/>
          <a:stretch>
            <a:fillRect/>
          </a:stretch>
        </p:blipFill>
        <p:spPr>
          <a:xfrm rot="0">
            <a:off x="13334292" y="9127107"/>
            <a:ext cx="3567648" cy="1100388"/>
          </a:xfrm>
          <a:prstGeom prst="rect">
            <a:avLst/>
          </a:prstGeom>
        </p:spPr>
      </p:pic>
      <p:grpSp>
        <p:nvGrpSpPr>
          <p:cNvPr name="Group 8" id="8"/>
          <p:cNvGrpSpPr/>
          <p:nvPr/>
        </p:nvGrpSpPr>
        <p:grpSpPr>
          <a:xfrm rot="0">
            <a:off x="920312" y="2785810"/>
            <a:ext cx="2990642" cy="5098809"/>
            <a:chOff x="0" y="0"/>
            <a:chExt cx="994829" cy="1696105"/>
          </a:xfrm>
        </p:grpSpPr>
        <p:sp>
          <p:nvSpPr>
            <p:cNvPr name="Freeform 9" id="9"/>
            <p:cNvSpPr/>
            <p:nvPr/>
          </p:nvSpPr>
          <p:spPr>
            <a:xfrm flipH="false" flipV="false" rot="0">
              <a:off x="0" y="0"/>
              <a:ext cx="994829" cy="1696105"/>
            </a:xfrm>
            <a:custGeom>
              <a:avLst/>
              <a:gdLst/>
              <a:ahLst/>
              <a:cxnLst/>
              <a:rect r="r" b="b" t="t" l="l"/>
              <a:pathLst>
                <a:path h="1696105" w="994829">
                  <a:moveTo>
                    <a:pt x="0" y="0"/>
                  </a:moveTo>
                  <a:lnTo>
                    <a:pt x="994829" y="0"/>
                  </a:lnTo>
                  <a:lnTo>
                    <a:pt x="994829" y="1696105"/>
                  </a:lnTo>
                  <a:lnTo>
                    <a:pt x="0" y="1696105"/>
                  </a:lnTo>
                  <a:close/>
                </a:path>
              </a:pathLst>
            </a:custGeom>
            <a:solidFill>
              <a:srgbClr val="145DA0"/>
            </a:solidFill>
            <a:ln w="9525" cap="sq">
              <a:solidFill>
                <a:srgbClr val="FFFFFF"/>
              </a:solidFill>
              <a:prstDash val="solid"/>
              <a:miter/>
            </a:ln>
          </p:spPr>
        </p:sp>
        <p:sp>
          <p:nvSpPr>
            <p:cNvPr name="TextBox 10" id="10"/>
            <p:cNvSpPr txBox="true"/>
            <p:nvPr/>
          </p:nvSpPr>
          <p:spPr>
            <a:xfrm>
              <a:off x="0" y="-28575"/>
              <a:ext cx="994829" cy="1724680"/>
            </a:xfrm>
            <a:prstGeom prst="rect">
              <a:avLst/>
            </a:prstGeom>
          </p:spPr>
          <p:txBody>
            <a:bodyPr anchor="ctr" rtlCol="false" tIns="50800" lIns="50800" bIns="50800" rIns="50800"/>
            <a:lstStyle/>
            <a:p>
              <a:pPr algn="ctr">
                <a:lnSpc>
                  <a:spcPts val="2655"/>
                </a:lnSpc>
              </a:pPr>
              <a:r>
                <a:rPr lang="en-US" sz="1924" spc="188">
                  <a:solidFill>
                    <a:srgbClr val="FFFFFF"/>
                  </a:solidFill>
                  <a:latin typeface="DM Sans"/>
                </a:rPr>
                <a:t>DEVELOPED A MODEL USING PYTHON TO FIRST DETECT THE THERMAL IMAGE AND THEN ANNOTATE IT BY PUTTING LANDMARKS AND ALSO PREDICT AREAS WHEREVER REQUIRED</a:t>
              </a:r>
            </a:p>
          </p:txBody>
        </p:sp>
      </p:grpSp>
      <p:grpSp>
        <p:nvGrpSpPr>
          <p:cNvPr name="Group 11" id="11"/>
          <p:cNvGrpSpPr/>
          <p:nvPr/>
        </p:nvGrpSpPr>
        <p:grpSpPr>
          <a:xfrm rot="0">
            <a:off x="4190682" y="2785810"/>
            <a:ext cx="2981756" cy="5098809"/>
            <a:chOff x="0" y="0"/>
            <a:chExt cx="991873" cy="1696105"/>
          </a:xfrm>
        </p:grpSpPr>
        <p:sp>
          <p:nvSpPr>
            <p:cNvPr name="Freeform 12" id="12"/>
            <p:cNvSpPr/>
            <p:nvPr/>
          </p:nvSpPr>
          <p:spPr>
            <a:xfrm flipH="false" flipV="false" rot="0">
              <a:off x="0" y="0"/>
              <a:ext cx="991873" cy="1696105"/>
            </a:xfrm>
            <a:custGeom>
              <a:avLst/>
              <a:gdLst/>
              <a:ahLst/>
              <a:cxnLst/>
              <a:rect r="r" b="b" t="t" l="l"/>
              <a:pathLst>
                <a:path h="1696105" w="991873">
                  <a:moveTo>
                    <a:pt x="0" y="0"/>
                  </a:moveTo>
                  <a:lnTo>
                    <a:pt x="991873" y="0"/>
                  </a:lnTo>
                  <a:lnTo>
                    <a:pt x="991873" y="1696105"/>
                  </a:lnTo>
                  <a:lnTo>
                    <a:pt x="0" y="1696105"/>
                  </a:lnTo>
                  <a:close/>
                </a:path>
              </a:pathLst>
            </a:custGeom>
            <a:solidFill>
              <a:srgbClr val="145DA0"/>
            </a:solidFill>
            <a:ln w="9525" cap="sq">
              <a:solidFill>
                <a:srgbClr val="FFFFFF"/>
              </a:solidFill>
              <a:prstDash val="solid"/>
              <a:miter/>
            </a:ln>
          </p:spPr>
        </p:sp>
        <p:sp>
          <p:nvSpPr>
            <p:cNvPr name="TextBox 13" id="13"/>
            <p:cNvSpPr txBox="true"/>
            <p:nvPr/>
          </p:nvSpPr>
          <p:spPr>
            <a:xfrm>
              <a:off x="0" y="-28575"/>
              <a:ext cx="991873" cy="1724680"/>
            </a:xfrm>
            <a:prstGeom prst="rect">
              <a:avLst/>
            </a:prstGeom>
          </p:spPr>
          <p:txBody>
            <a:bodyPr anchor="ctr" rtlCol="false" tIns="50800" lIns="50800" bIns="50800" rIns="50800"/>
            <a:lstStyle/>
            <a:p>
              <a:pPr algn="ctr">
                <a:lnSpc>
                  <a:spcPts val="2649"/>
                </a:lnSpc>
              </a:pPr>
              <a:r>
                <a:rPr lang="en-US" sz="1920" spc="188">
                  <a:solidFill>
                    <a:srgbClr val="FFFBFB"/>
                  </a:solidFill>
                  <a:latin typeface="DM Sans"/>
                </a:rPr>
                <a:t>DEVELOPED A MODEL USING PYTHON AND OPENCV TO FIRST DETECT THE SPECIFIC FRAME SIZE IN THE INPUT AND MARKS THE IRIS, AND THEN DETECT AND REPRESENT THE MOTION USING A GRAY-SCALE IMAGE</a:t>
              </a:r>
            </a:p>
          </p:txBody>
        </p:sp>
      </p:grpSp>
      <p:grpSp>
        <p:nvGrpSpPr>
          <p:cNvPr name="Group 14" id="14"/>
          <p:cNvGrpSpPr/>
          <p:nvPr/>
        </p:nvGrpSpPr>
        <p:grpSpPr>
          <a:xfrm rot="0">
            <a:off x="7452167" y="2785810"/>
            <a:ext cx="2981756" cy="5098809"/>
            <a:chOff x="0" y="0"/>
            <a:chExt cx="991873" cy="1696105"/>
          </a:xfrm>
        </p:grpSpPr>
        <p:sp>
          <p:nvSpPr>
            <p:cNvPr name="Freeform 15" id="15"/>
            <p:cNvSpPr/>
            <p:nvPr/>
          </p:nvSpPr>
          <p:spPr>
            <a:xfrm flipH="false" flipV="false" rot="0">
              <a:off x="0" y="0"/>
              <a:ext cx="991873" cy="1696105"/>
            </a:xfrm>
            <a:custGeom>
              <a:avLst/>
              <a:gdLst/>
              <a:ahLst/>
              <a:cxnLst/>
              <a:rect r="r" b="b" t="t" l="l"/>
              <a:pathLst>
                <a:path h="1696105" w="991873">
                  <a:moveTo>
                    <a:pt x="0" y="0"/>
                  </a:moveTo>
                  <a:lnTo>
                    <a:pt x="991873" y="0"/>
                  </a:lnTo>
                  <a:lnTo>
                    <a:pt x="991873" y="1696105"/>
                  </a:lnTo>
                  <a:lnTo>
                    <a:pt x="0" y="1696105"/>
                  </a:lnTo>
                  <a:close/>
                </a:path>
              </a:pathLst>
            </a:custGeom>
            <a:solidFill>
              <a:srgbClr val="145DA0"/>
            </a:solidFill>
            <a:ln w="9525" cap="sq">
              <a:solidFill>
                <a:srgbClr val="FFFFFF"/>
              </a:solidFill>
              <a:prstDash val="solid"/>
              <a:miter/>
            </a:ln>
          </p:spPr>
        </p:sp>
        <p:sp>
          <p:nvSpPr>
            <p:cNvPr name="TextBox 16" id="16"/>
            <p:cNvSpPr txBox="true"/>
            <p:nvPr/>
          </p:nvSpPr>
          <p:spPr>
            <a:xfrm>
              <a:off x="0" y="-28575"/>
              <a:ext cx="991873" cy="1724680"/>
            </a:xfrm>
            <a:prstGeom prst="rect">
              <a:avLst/>
            </a:prstGeom>
          </p:spPr>
          <p:txBody>
            <a:bodyPr anchor="ctr" rtlCol="false" tIns="50800" lIns="50800" bIns="50800" rIns="50800"/>
            <a:lstStyle/>
            <a:p>
              <a:pPr algn="ctr">
                <a:lnSpc>
                  <a:spcPts val="2655"/>
                </a:lnSpc>
              </a:pPr>
              <a:r>
                <a:rPr lang="en-US" sz="1924" spc="188">
                  <a:solidFill>
                    <a:srgbClr val="FFFFFF"/>
                  </a:solidFill>
                  <a:latin typeface="DM Sans"/>
                </a:rPr>
                <a:t>DEVELOPED A MODEL USING PYTHON AND OPENCV TO DETECT THE POSTURE OF THE BODY AS INPUT AND MARK BODY PARTS AS POINTS AND DETECT THE ANGLES AND POSITION OF BODY PARTS</a:t>
              </a:r>
            </a:p>
          </p:txBody>
        </p:sp>
      </p:grpSp>
      <p:sp>
        <p:nvSpPr>
          <p:cNvPr name="TextBox 17" id="17"/>
          <p:cNvSpPr txBox="true"/>
          <p:nvPr/>
        </p:nvSpPr>
        <p:spPr>
          <a:xfrm rot="0">
            <a:off x="149131" y="1654240"/>
            <a:ext cx="9985096" cy="931545"/>
          </a:xfrm>
          <a:prstGeom prst="rect">
            <a:avLst/>
          </a:prstGeom>
        </p:spPr>
        <p:txBody>
          <a:bodyPr anchor="t" rtlCol="false" tIns="0" lIns="0" bIns="0" rIns="0">
            <a:spAutoFit/>
          </a:bodyPr>
          <a:lstStyle/>
          <a:p>
            <a:pPr algn="ctr" marL="0" indent="0" lvl="0">
              <a:lnSpc>
                <a:spcPts val="7345"/>
              </a:lnSpc>
              <a:spcBef>
                <a:spcPct val="0"/>
              </a:spcBef>
            </a:pPr>
            <a:r>
              <a:rPr lang="en-US" sz="6121">
                <a:solidFill>
                  <a:srgbClr val="FFFBFB"/>
                </a:solidFill>
                <a:latin typeface="Now Bold"/>
              </a:rPr>
              <a:t>SOLUTION PROCESS </a:t>
            </a:r>
          </a:p>
        </p:txBody>
      </p:sp>
      <p:sp>
        <p:nvSpPr>
          <p:cNvPr name="TextBox 18" id="18"/>
          <p:cNvSpPr txBox="true"/>
          <p:nvPr/>
        </p:nvSpPr>
        <p:spPr>
          <a:xfrm rot="0">
            <a:off x="929198" y="2751580"/>
            <a:ext cx="686871" cy="594929"/>
          </a:xfrm>
          <a:prstGeom prst="rect">
            <a:avLst/>
          </a:prstGeom>
        </p:spPr>
        <p:txBody>
          <a:bodyPr anchor="t" rtlCol="false" tIns="0" lIns="0" bIns="0" rIns="0">
            <a:spAutoFit/>
          </a:bodyPr>
          <a:lstStyle/>
          <a:p>
            <a:pPr algn="ctr">
              <a:lnSpc>
                <a:spcPts val="4910"/>
              </a:lnSpc>
            </a:pPr>
            <a:r>
              <a:rPr lang="en-US" sz="3558">
                <a:solidFill>
                  <a:srgbClr val="FFFFFF"/>
                </a:solidFill>
                <a:latin typeface="DM Sans Bold"/>
              </a:rPr>
              <a:t>01</a:t>
            </a:r>
          </a:p>
        </p:txBody>
      </p:sp>
      <p:sp>
        <p:nvSpPr>
          <p:cNvPr name="TextBox 19" id="19"/>
          <p:cNvSpPr txBox="true"/>
          <p:nvPr/>
        </p:nvSpPr>
        <p:spPr>
          <a:xfrm rot="0">
            <a:off x="4322617" y="2768497"/>
            <a:ext cx="819062" cy="578011"/>
          </a:xfrm>
          <a:prstGeom prst="rect">
            <a:avLst/>
          </a:prstGeom>
        </p:spPr>
        <p:txBody>
          <a:bodyPr anchor="t" rtlCol="false" tIns="0" lIns="0" bIns="0" rIns="0">
            <a:spAutoFit/>
          </a:bodyPr>
          <a:lstStyle/>
          <a:p>
            <a:pPr algn="ctr">
              <a:lnSpc>
                <a:spcPts val="4781"/>
              </a:lnSpc>
            </a:pPr>
            <a:r>
              <a:rPr lang="en-US" sz="3465">
                <a:solidFill>
                  <a:srgbClr val="FFFFFF"/>
                </a:solidFill>
                <a:latin typeface="DM Sans Bold"/>
              </a:rPr>
              <a:t>02</a:t>
            </a:r>
          </a:p>
        </p:txBody>
      </p:sp>
      <p:sp>
        <p:nvSpPr>
          <p:cNvPr name="TextBox 20" id="20"/>
          <p:cNvSpPr txBox="true"/>
          <p:nvPr/>
        </p:nvSpPr>
        <p:spPr>
          <a:xfrm rot="0">
            <a:off x="7588675" y="2768497"/>
            <a:ext cx="681428" cy="628421"/>
          </a:xfrm>
          <a:prstGeom prst="rect">
            <a:avLst/>
          </a:prstGeom>
        </p:spPr>
        <p:txBody>
          <a:bodyPr anchor="t" rtlCol="false" tIns="0" lIns="0" bIns="0" rIns="0">
            <a:spAutoFit/>
          </a:bodyPr>
          <a:lstStyle/>
          <a:p>
            <a:pPr algn="ctr">
              <a:lnSpc>
                <a:spcPts val="5188"/>
              </a:lnSpc>
            </a:pPr>
            <a:r>
              <a:rPr lang="en-US" sz="3759">
                <a:solidFill>
                  <a:srgbClr val="FFFFFF"/>
                </a:solidFill>
                <a:latin typeface="DM Sans Bold"/>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AutoShape 2" id="2"/>
          <p:cNvSpPr/>
          <p:nvPr/>
        </p:nvSpPr>
        <p:spPr>
          <a:xfrm>
            <a:off x="7184338" y="2631120"/>
            <a:ext cx="0" cy="4676296"/>
          </a:xfrm>
          <a:prstGeom prst="line">
            <a:avLst/>
          </a:prstGeom>
          <a:ln cap="flat" w="47625">
            <a:solidFill>
              <a:srgbClr val="FFFFFF"/>
            </a:solidFill>
            <a:prstDash val="solid"/>
            <a:headEnd type="none" len="sm" w="sm"/>
            <a:tailEnd type="none" len="sm" w="sm"/>
          </a:ln>
        </p:spPr>
      </p:sp>
      <p:sp>
        <p:nvSpPr>
          <p:cNvPr name="TextBox 3" id="3"/>
          <p:cNvSpPr txBox="true"/>
          <p:nvPr/>
        </p:nvSpPr>
        <p:spPr>
          <a:xfrm rot="0">
            <a:off x="7781071" y="2929188"/>
            <a:ext cx="4026849" cy="461696"/>
          </a:xfrm>
          <a:prstGeom prst="rect">
            <a:avLst/>
          </a:prstGeom>
        </p:spPr>
        <p:txBody>
          <a:bodyPr anchor="t" rtlCol="false" tIns="0" lIns="0" bIns="0" rIns="0">
            <a:spAutoFit/>
          </a:bodyPr>
          <a:lstStyle/>
          <a:p>
            <a:pPr algn="ctr" marL="0" indent="0" lvl="0">
              <a:lnSpc>
                <a:spcPts val="3753"/>
              </a:lnSpc>
              <a:spcBef>
                <a:spcPct val="0"/>
              </a:spcBef>
            </a:pPr>
            <a:r>
              <a:rPr lang="en-US" sz="2719">
                <a:solidFill>
                  <a:srgbClr val="FFFFFF"/>
                </a:solidFill>
                <a:latin typeface="DM Sans"/>
              </a:rPr>
              <a:t>OpenCV</a:t>
            </a:r>
          </a:p>
        </p:txBody>
      </p:sp>
      <p:grpSp>
        <p:nvGrpSpPr>
          <p:cNvPr name="Group 4" id="4"/>
          <p:cNvGrpSpPr/>
          <p:nvPr/>
        </p:nvGrpSpPr>
        <p:grpSpPr>
          <a:xfrm rot="-10800000">
            <a:off x="81160" y="9258300"/>
            <a:ext cx="13457996" cy="3264379"/>
            <a:chOff x="0" y="0"/>
            <a:chExt cx="17943995" cy="4352506"/>
          </a:xfrm>
        </p:grpSpPr>
        <p:sp>
          <p:nvSpPr>
            <p:cNvPr name="Freeform 5" id="5"/>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7" id="7"/>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Freeform 9" id="9"/>
          <p:cNvSpPr/>
          <p:nvPr/>
        </p:nvSpPr>
        <p:spPr>
          <a:xfrm flipH="false" flipV="false" rot="6150721">
            <a:off x="6080933" y="4579544"/>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10" id="10"/>
          <p:cNvGrpSpPr/>
          <p:nvPr/>
        </p:nvGrpSpPr>
        <p:grpSpPr>
          <a:xfrm rot="0">
            <a:off x="11807534" y="0"/>
            <a:ext cx="6254290" cy="10287000"/>
            <a:chOff x="0" y="0"/>
            <a:chExt cx="3860673" cy="6350000"/>
          </a:xfrm>
        </p:grpSpPr>
        <p:sp>
          <p:nvSpPr>
            <p:cNvPr name="Freeform 11" id="11"/>
            <p:cNvSpPr/>
            <p:nvPr/>
          </p:nvSpPr>
          <p:spPr>
            <a:xfrm flipH="false" flipV="false" rot="0">
              <a:off x="0" y="0"/>
              <a:ext cx="3860673" cy="6350000"/>
            </a:xfrm>
            <a:custGeom>
              <a:avLst/>
              <a:gdLst/>
              <a:ahLst/>
              <a:cxnLst/>
              <a:rect r="r" b="b" t="t" l="l"/>
              <a:pathLst>
                <a:path h="6350000" w="3860673">
                  <a:moveTo>
                    <a:pt x="3860673" y="0"/>
                  </a:moveTo>
                  <a:lnTo>
                    <a:pt x="2341753" y="6350000"/>
                  </a:lnTo>
                  <a:lnTo>
                    <a:pt x="0" y="6350000"/>
                  </a:lnTo>
                  <a:lnTo>
                    <a:pt x="1518920" y="0"/>
                  </a:lnTo>
                  <a:lnTo>
                    <a:pt x="3860673" y="0"/>
                  </a:lnTo>
                  <a:close/>
                </a:path>
              </a:pathLst>
            </a:custGeom>
            <a:blipFill>
              <a:blip r:embed="rId5"/>
              <a:stretch>
                <a:fillRect l="-32724" t="0" r="-32724" b="0"/>
              </a:stretch>
            </a:blipFill>
          </p:spPr>
        </p:sp>
      </p:grpSp>
      <p:sp>
        <p:nvSpPr>
          <p:cNvPr name="Freeform 12" id="12"/>
          <p:cNvSpPr/>
          <p:nvPr/>
        </p:nvSpPr>
        <p:spPr>
          <a:xfrm flipH="false" flipV="false" rot="-4615544">
            <a:off x="10510810" y="5041623"/>
            <a:ext cx="13544802" cy="1127911"/>
          </a:xfrm>
          <a:custGeom>
            <a:avLst/>
            <a:gdLst/>
            <a:ahLst/>
            <a:cxnLst/>
            <a:rect r="r" b="b" t="t" l="l"/>
            <a:pathLst>
              <a:path h="1127911" w="13544802">
                <a:moveTo>
                  <a:pt x="0" y="0"/>
                </a:moveTo>
                <a:lnTo>
                  <a:pt x="13544801" y="0"/>
                </a:lnTo>
                <a:lnTo>
                  <a:pt x="13544801" y="1127912"/>
                </a:lnTo>
                <a:lnTo>
                  <a:pt x="0" y="1127912"/>
                </a:lnTo>
                <a:lnTo>
                  <a:pt x="0" y="0"/>
                </a:lnTo>
                <a:close/>
              </a:path>
            </a:pathLst>
          </a:custGeom>
          <a:blipFill>
            <a:blip r:embed="rId4"/>
            <a:stretch>
              <a:fillRect l="0" t="-137172" r="0" b="0"/>
            </a:stretch>
          </a:blipFill>
        </p:spPr>
      </p:sp>
      <p:grpSp>
        <p:nvGrpSpPr>
          <p:cNvPr name="Group 13" id="13"/>
          <p:cNvGrpSpPr/>
          <p:nvPr/>
        </p:nvGrpSpPr>
        <p:grpSpPr>
          <a:xfrm rot="-10800000">
            <a:off x="15966396" y="9258300"/>
            <a:ext cx="13457996" cy="3264379"/>
            <a:chOff x="0" y="0"/>
            <a:chExt cx="17943995" cy="4352506"/>
          </a:xfrm>
        </p:grpSpPr>
        <p:sp>
          <p:nvSpPr>
            <p:cNvPr name="Freeform 14" id="14"/>
            <p:cNvSpPr/>
            <p:nvPr/>
          </p:nvSpPr>
          <p:spPr>
            <a:xfrm flipH="false" flipV="false" rot="0">
              <a:off x="0" y="0"/>
              <a:ext cx="4149650" cy="4149650"/>
            </a:xfrm>
            <a:custGeom>
              <a:avLst/>
              <a:gdLst/>
              <a:ahLst/>
              <a:cxnLst/>
              <a:rect r="r" b="b" t="t" l="l"/>
              <a:pathLst>
                <a:path h="4149650" w="4149650">
                  <a:moveTo>
                    <a:pt x="0" y="0"/>
                  </a:moveTo>
                  <a:lnTo>
                    <a:pt x="4149650" y="0"/>
                  </a:lnTo>
                  <a:lnTo>
                    <a:pt x="4149650" y="4149650"/>
                  </a:lnTo>
                  <a:lnTo>
                    <a:pt x="0" y="41496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4600097" y="861572"/>
              <a:ext cx="4149650" cy="3288079"/>
            </a:xfrm>
            <a:custGeom>
              <a:avLst/>
              <a:gdLst/>
              <a:ahLst/>
              <a:cxnLst/>
              <a:rect r="r" b="b" t="t" l="l"/>
              <a:pathLst>
                <a:path h="3288079" w="4149650">
                  <a:moveTo>
                    <a:pt x="0" y="0"/>
                  </a:moveTo>
                  <a:lnTo>
                    <a:pt x="4149651" y="0"/>
                  </a:lnTo>
                  <a:lnTo>
                    <a:pt x="4149651" y="3288078"/>
                  </a:lnTo>
                  <a:lnTo>
                    <a:pt x="0" y="3288078"/>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sp>
          <p:nvSpPr>
            <p:cNvPr name="Freeform 16" id="16"/>
            <p:cNvSpPr/>
            <p:nvPr/>
          </p:nvSpPr>
          <p:spPr>
            <a:xfrm flipH="false" flipV="false" rot="0">
              <a:off x="9194248" y="202855"/>
              <a:ext cx="4149650" cy="4149650"/>
            </a:xfrm>
            <a:custGeom>
              <a:avLst/>
              <a:gdLst/>
              <a:ahLst/>
              <a:cxnLst/>
              <a:rect r="r" b="b" t="t" l="l"/>
              <a:pathLst>
                <a:path h="4149650" w="4149650">
                  <a:moveTo>
                    <a:pt x="0" y="0"/>
                  </a:moveTo>
                  <a:lnTo>
                    <a:pt x="4149650" y="0"/>
                  </a:lnTo>
                  <a:lnTo>
                    <a:pt x="4149650" y="4149651"/>
                  </a:lnTo>
                  <a:lnTo>
                    <a:pt x="0" y="4149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794345" y="1064427"/>
              <a:ext cx="4149650" cy="3288079"/>
            </a:xfrm>
            <a:custGeom>
              <a:avLst/>
              <a:gdLst/>
              <a:ahLst/>
              <a:cxnLst/>
              <a:rect r="r" b="b" t="t" l="l"/>
              <a:pathLst>
                <a:path h="3288079" w="4149650">
                  <a:moveTo>
                    <a:pt x="0" y="0"/>
                  </a:moveTo>
                  <a:lnTo>
                    <a:pt x="4149650" y="0"/>
                  </a:lnTo>
                  <a:lnTo>
                    <a:pt x="4149650" y="3288079"/>
                  </a:lnTo>
                  <a:lnTo>
                    <a:pt x="0" y="3288079"/>
                  </a:lnTo>
                  <a:lnTo>
                    <a:pt x="0" y="0"/>
                  </a:lnTo>
                  <a:close/>
                </a:path>
              </a:pathLst>
            </a:custGeom>
            <a:blipFill>
              <a:blip r:embed="rId2">
                <a:extLst>
                  <a:ext uri="{96DAC541-7B7A-43D3-8B79-37D633B846F1}">
                    <asvg:svgBlip xmlns:asvg="http://schemas.microsoft.com/office/drawing/2016/SVG/main" r:embed="rId3"/>
                  </a:ext>
                </a:extLst>
              </a:blip>
              <a:stretch>
                <a:fillRect l="0" t="0" r="0" b="-26202"/>
              </a:stretch>
            </a:blipFill>
          </p:spPr>
        </p:sp>
      </p:grpSp>
      <p:sp>
        <p:nvSpPr>
          <p:cNvPr name="TextBox 18" id="18"/>
          <p:cNvSpPr txBox="true"/>
          <p:nvPr/>
        </p:nvSpPr>
        <p:spPr>
          <a:xfrm rot="0">
            <a:off x="527610" y="690258"/>
            <a:ext cx="13313456" cy="1035987"/>
          </a:xfrm>
          <a:prstGeom prst="rect">
            <a:avLst/>
          </a:prstGeom>
        </p:spPr>
        <p:txBody>
          <a:bodyPr anchor="t" rtlCol="false" tIns="0" lIns="0" bIns="0" rIns="0">
            <a:spAutoFit/>
          </a:bodyPr>
          <a:lstStyle/>
          <a:p>
            <a:pPr algn="ctr" marL="0" indent="0" lvl="0">
              <a:lnSpc>
                <a:spcPts val="8124"/>
              </a:lnSpc>
              <a:spcBef>
                <a:spcPct val="0"/>
              </a:spcBef>
            </a:pPr>
            <a:r>
              <a:rPr lang="en-US" sz="6770">
                <a:solidFill>
                  <a:srgbClr val="FFFFFF"/>
                </a:solidFill>
                <a:latin typeface="Now Bold"/>
              </a:rPr>
              <a:t>FRAMEWORKS AND LIBRARIES</a:t>
            </a:r>
          </a:p>
        </p:txBody>
      </p:sp>
      <p:sp>
        <p:nvSpPr>
          <p:cNvPr name="TextBox 19" id="19"/>
          <p:cNvSpPr txBox="true"/>
          <p:nvPr/>
        </p:nvSpPr>
        <p:spPr>
          <a:xfrm rot="0">
            <a:off x="2783309" y="2690677"/>
            <a:ext cx="4026849" cy="2785893"/>
          </a:xfrm>
          <a:prstGeom prst="rect">
            <a:avLst/>
          </a:prstGeom>
        </p:spPr>
        <p:txBody>
          <a:bodyPr anchor="t" rtlCol="false" tIns="0" lIns="0" bIns="0" rIns="0">
            <a:spAutoFit/>
          </a:bodyPr>
          <a:lstStyle/>
          <a:p>
            <a:pPr algn="ctr">
              <a:lnSpc>
                <a:spcPts val="3747"/>
              </a:lnSpc>
            </a:pPr>
            <a:r>
              <a:rPr lang="en-US" sz="2715" u="sng">
                <a:solidFill>
                  <a:srgbClr val="FFFFFF"/>
                </a:solidFill>
                <a:latin typeface="DM Sans Bold"/>
              </a:rPr>
              <a:t>Front End</a:t>
            </a:r>
          </a:p>
          <a:p>
            <a:pPr algn="ctr" marL="586326" indent="-293163" lvl="1">
              <a:lnSpc>
                <a:spcPts val="3747"/>
              </a:lnSpc>
              <a:buFont typeface="Arial"/>
              <a:buChar char="•"/>
            </a:pPr>
            <a:r>
              <a:rPr lang="en-US" sz="2715">
                <a:solidFill>
                  <a:srgbClr val="FFFFFF"/>
                </a:solidFill>
                <a:latin typeface="DM Sans"/>
              </a:rPr>
              <a:t>Dash, Tailwind CSS</a:t>
            </a:r>
          </a:p>
          <a:p>
            <a:pPr algn="ctr">
              <a:lnSpc>
                <a:spcPts val="3747"/>
              </a:lnSpc>
            </a:pPr>
          </a:p>
          <a:p>
            <a:pPr algn="ctr">
              <a:lnSpc>
                <a:spcPts val="3747"/>
              </a:lnSpc>
            </a:pPr>
            <a:r>
              <a:rPr lang="en-US" sz="2715" u="sng">
                <a:solidFill>
                  <a:srgbClr val="FFFFFF"/>
                </a:solidFill>
                <a:latin typeface="DM Sans Bold"/>
              </a:rPr>
              <a:t>Back End</a:t>
            </a:r>
          </a:p>
          <a:p>
            <a:pPr algn="ctr" marL="586326" indent="-293163" lvl="1">
              <a:lnSpc>
                <a:spcPts val="3747"/>
              </a:lnSpc>
              <a:buFont typeface="Arial"/>
              <a:buChar char="•"/>
            </a:pPr>
            <a:r>
              <a:rPr lang="en-US" sz="2715">
                <a:solidFill>
                  <a:srgbClr val="FFFFFF"/>
                </a:solidFill>
                <a:latin typeface="DM Sans"/>
              </a:rPr>
              <a:t>Flask, Next.js, Express.js</a:t>
            </a:r>
          </a:p>
        </p:txBody>
      </p:sp>
      <p:sp>
        <p:nvSpPr>
          <p:cNvPr name="TextBox 20" id="20"/>
          <p:cNvSpPr txBox="true"/>
          <p:nvPr/>
        </p:nvSpPr>
        <p:spPr>
          <a:xfrm rot="0">
            <a:off x="2647902" y="6441001"/>
            <a:ext cx="4026849" cy="918993"/>
          </a:xfrm>
          <a:prstGeom prst="rect">
            <a:avLst/>
          </a:prstGeom>
        </p:spPr>
        <p:txBody>
          <a:bodyPr anchor="t" rtlCol="false" tIns="0" lIns="0" bIns="0" rIns="0">
            <a:spAutoFit/>
          </a:bodyPr>
          <a:lstStyle/>
          <a:p>
            <a:pPr algn="ctr" marL="0" indent="0" lvl="0">
              <a:lnSpc>
                <a:spcPts val="3747"/>
              </a:lnSpc>
              <a:spcBef>
                <a:spcPct val="0"/>
              </a:spcBef>
            </a:pPr>
            <a:r>
              <a:rPr lang="en-US" sz="2715">
                <a:solidFill>
                  <a:srgbClr val="FFFFFF"/>
                </a:solidFill>
                <a:latin typeface="DM Sans Bold"/>
              </a:rPr>
              <a:t>TO DEVELOP THE SOFTWARE</a:t>
            </a:r>
          </a:p>
        </p:txBody>
      </p:sp>
      <p:sp>
        <p:nvSpPr>
          <p:cNvPr name="TextBox 21" id="21"/>
          <p:cNvSpPr txBox="true"/>
          <p:nvPr/>
        </p:nvSpPr>
        <p:spPr>
          <a:xfrm rot="0">
            <a:off x="7780685" y="6441001"/>
            <a:ext cx="4026849" cy="918993"/>
          </a:xfrm>
          <a:prstGeom prst="rect">
            <a:avLst/>
          </a:prstGeom>
        </p:spPr>
        <p:txBody>
          <a:bodyPr anchor="t" rtlCol="false" tIns="0" lIns="0" bIns="0" rIns="0">
            <a:spAutoFit/>
          </a:bodyPr>
          <a:lstStyle/>
          <a:p>
            <a:pPr algn="ctr" marL="0" indent="0" lvl="0">
              <a:lnSpc>
                <a:spcPts val="3747"/>
              </a:lnSpc>
              <a:spcBef>
                <a:spcPct val="0"/>
              </a:spcBef>
            </a:pPr>
            <a:r>
              <a:rPr lang="en-US" sz="2715">
                <a:solidFill>
                  <a:srgbClr val="FFFFFF"/>
                </a:solidFill>
                <a:latin typeface="DM Sans Bold"/>
              </a:rPr>
              <a:t>TO BUILD THE ML MODELS</a:t>
            </a:r>
          </a:p>
        </p:txBody>
      </p:sp>
      <p:sp>
        <p:nvSpPr>
          <p:cNvPr name="TextBox 22" id="22"/>
          <p:cNvSpPr txBox="true"/>
          <p:nvPr/>
        </p:nvSpPr>
        <p:spPr>
          <a:xfrm rot="0">
            <a:off x="7693926" y="4065747"/>
            <a:ext cx="4026849" cy="461696"/>
          </a:xfrm>
          <a:prstGeom prst="rect">
            <a:avLst/>
          </a:prstGeom>
        </p:spPr>
        <p:txBody>
          <a:bodyPr anchor="t" rtlCol="false" tIns="0" lIns="0" bIns="0" rIns="0">
            <a:spAutoFit/>
          </a:bodyPr>
          <a:lstStyle/>
          <a:p>
            <a:pPr algn="ctr" marL="0" indent="0" lvl="0">
              <a:lnSpc>
                <a:spcPts val="3753"/>
              </a:lnSpc>
              <a:spcBef>
                <a:spcPct val="0"/>
              </a:spcBef>
            </a:pPr>
            <a:r>
              <a:rPr lang="en-US" sz="2719">
                <a:solidFill>
                  <a:srgbClr val="FFFFFF"/>
                </a:solidFill>
                <a:latin typeface="DM Sans"/>
              </a:rPr>
              <a:t>Python</a:t>
            </a:r>
          </a:p>
        </p:txBody>
      </p:sp>
      <p:sp>
        <p:nvSpPr>
          <p:cNvPr name="TextBox 23" id="23"/>
          <p:cNvSpPr txBox="true"/>
          <p:nvPr/>
        </p:nvSpPr>
        <p:spPr>
          <a:xfrm rot="0">
            <a:off x="8059569" y="5039488"/>
            <a:ext cx="4532233" cy="461696"/>
          </a:xfrm>
          <a:prstGeom prst="rect">
            <a:avLst/>
          </a:prstGeom>
        </p:spPr>
        <p:txBody>
          <a:bodyPr anchor="t" rtlCol="false" tIns="0" lIns="0" bIns="0" rIns="0">
            <a:spAutoFit/>
          </a:bodyPr>
          <a:lstStyle/>
          <a:p>
            <a:pPr algn="ctr">
              <a:lnSpc>
                <a:spcPts val="3753"/>
              </a:lnSpc>
              <a:spcBef>
                <a:spcPct val="0"/>
              </a:spcBef>
            </a:pPr>
            <a:r>
              <a:rPr lang="en-US" sz="2720">
                <a:solidFill>
                  <a:srgbClr val="FFFFFF"/>
                </a:solidFill>
                <a:latin typeface="DM Sans"/>
              </a:rPr>
              <a:t>Dlib's face detection Models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TextBox 2" id="2"/>
          <p:cNvSpPr txBox="true"/>
          <p:nvPr/>
        </p:nvSpPr>
        <p:spPr>
          <a:xfrm rot="0">
            <a:off x="1028700" y="539115"/>
            <a:ext cx="13553780" cy="969645"/>
          </a:xfrm>
          <a:prstGeom prst="rect">
            <a:avLst/>
          </a:prstGeom>
        </p:spPr>
        <p:txBody>
          <a:bodyPr anchor="t" rtlCol="false" tIns="0" lIns="0" bIns="0" rIns="0">
            <a:spAutoFit/>
          </a:bodyPr>
          <a:lstStyle/>
          <a:p>
            <a:pPr marL="0" indent="0" lvl="0">
              <a:lnSpc>
                <a:spcPts val="7522"/>
              </a:lnSpc>
              <a:spcBef>
                <a:spcPct val="0"/>
              </a:spcBef>
            </a:pPr>
            <a:r>
              <a:rPr lang="en-US" sz="6268">
                <a:solidFill>
                  <a:srgbClr val="FFFFFF"/>
                </a:solidFill>
                <a:latin typeface="Now Bold"/>
              </a:rPr>
              <a:t>CONTRIBUTION OF THE TEAM</a:t>
            </a:r>
          </a:p>
        </p:txBody>
      </p:sp>
      <p:sp>
        <p:nvSpPr>
          <p:cNvPr name="TextBox 3" id="3"/>
          <p:cNvSpPr txBox="true"/>
          <p:nvPr/>
        </p:nvSpPr>
        <p:spPr>
          <a:xfrm rot="0">
            <a:off x="1416908" y="2030920"/>
            <a:ext cx="957654" cy="738583"/>
          </a:xfrm>
          <a:prstGeom prst="rect">
            <a:avLst/>
          </a:prstGeom>
        </p:spPr>
        <p:txBody>
          <a:bodyPr anchor="t" rtlCol="false" tIns="0" lIns="0" bIns="0" rIns="0">
            <a:spAutoFit/>
          </a:bodyPr>
          <a:lstStyle/>
          <a:p>
            <a:pPr algn="ctr" marL="0" indent="0" lvl="0">
              <a:lnSpc>
                <a:spcPts val="6013"/>
              </a:lnSpc>
              <a:spcBef>
                <a:spcPct val="0"/>
              </a:spcBef>
            </a:pPr>
            <a:r>
              <a:rPr lang="en-US" sz="4357">
                <a:solidFill>
                  <a:srgbClr val="4BD1FB"/>
                </a:solidFill>
                <a:latin typeface="DM Sans Bold"/>
              </a:rPr>
              <a:t>01</a:t>
            </a:r>
          </a:p>
        </p:txBody>
      </p:sp>
      <p:sp>
        <p:nvSpPr>
          <p:cNvPr name="Freeform 4" id="4"/>
          <p:cNvSpPr/>
          <p:nvPr/>
        </p:nvSpPr>
        <p:spPr>
          <a:xfrm flipH="false" flipV="false" rot="0">
            <a:off x="15309744" y="-3187010"/>
            <a:ext cx="5956513" cy="5956513"/>
          </a:xfrm>
          <a:custGeom>
            <a:avLst/>
            <a:gdLst/>
            <a:ahLst/>
            <a:cxnLst/>
            <a:rect r="r" b="b" t="t" l="l"/>
            <a:pathLst>
              <a:path h="5956513" w="5956513">
                <a:moveTo>
                  <a:pt x="0" y="0"/>
                </a:moveTo>
                <a:lnTo>
                  <a:pt x="5956512" y="0"/>
                </a:lnTo>
                <a:lnTo>
                  <a:pt x="5956512" y="5956513"/>
                </a:lnTo>
                <a:lnTo>
                  <a:pt x="0" y="5956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359890" y="7722694"/>
            <a:ext cx="5956513" cy="5956513"/>
          </a:xfrm>
          <a:custGeom>
            <a:avLst/>
            <a:gdLst/>
            <a:ahLst/>
            <a:cxnLst/>
            <a:rect r="r" b="b" t="t" l="l"/>
            <a:pathLst>
              <a:path h="5956513" w="5956513">
                <a:moveTo>
                  <a:pt x="0" y="0"/>
                </a:moveTo>
                <a:lnTo>
                  <a:pt x="5956513" y="0"/>
                </a:lnTo>
                <a:lnTo>
                  <a:pt x="5956513" y="5956513"/>
                </a:lnTo>
                <a:lnTo>
                  <a:pt x="0" y="5956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596623" y="4876902"/>
            <a:ext cx="6547377" cy="1985772"/>
          </a:xfrm>
          <a:prstGeom prst="rect">
            <a:avLst/>
          </a:prstGeom>
        </p:spPr>
        <p:txBody>
          <a:bodyPr anchor="t" rtlCol="false" tIns="0" lIns="0" bIns="0" rIns="0">
            <a:spAutoFit/>
          </a:bodyPr>
          <a:lstStyle/>
          <a:p>
            <a:pPr>
              <a:lnSpc>
                <a:spcPts val="3174"/>
              </a:lnSpc>
            </a:pPr>
            <a:r>
              <a:rPr lang="en-US" sz="2300">
                <a:solidFill>
                  <a:srgbClr val="FFFFFF"/>
                </a:solidFill>
                <a:latin typeface="DM Sans Bold"/>
              </a:rPr>
              <a:t>APARNA PANDEY</a:t>
            </a:r>
          </a:p>
          <a:p>
            <a:pPr algn="l" marL="496571" indent="-248285" lvl="1">
              <a:lnSpc>
                <a:spcPts val="3174"/>
              </a:lnSpc>
              <a:buFont typeface="Arial"/>
              <a:buChar char="•"/>
            </a:pPr>
            <a:r>
              <a:rPr lang="en-US" sz="2300">
                <a:solidFill>
                  <a:srgbClr val="FFFFFF"/>
                </a:solidFill>
                <a:latin typeface="DM Sans"/>
              </a:rPr>
              <a:t>Worked on the THERMAL IMAGING MODEL for thermography and to detect areas temperature like area above the eyes, below lips, on the cheeks etc.</a:t>
            </a:r>
          </a:p>
        </p:txBody>
      </p:sp>
      <p:sp>
        <p:nvSpPr>
          <p:cNvPr name="TextBox 7" id="7"/>
          <p:cNvSpPr txBox="true"/>
          <p:nvPr/>
        </p:nvSpPr>
        <p:spPr>
          <a:xfrm rot="0">
            <a:off x="2596623" y="2131314"/>
            <a:ext cx="6547377" cy="2785872"/>
          </a:xfrm>
          <a:prstGeom prst="rect">
            <a:avLst/>
          </a:prstGeom>
        </p:spPr>
        <p:txBody>
          <a:bodyPr anchor="t" rtlCol="false" tIns="0" lIns="0" bIns="0" rIns="0">
            <a:spAutoFit/>
          </a:bodyPr>
          <a:lstStyle/>
          <a:p>
            <a:pPr>
              <a:lnSpc>
                <a:spcPts val="3174"/>
              </a:lnSpc>
            </a:pPr>
            <a:r>
              <a:rPr lang="en-US" sz="2300">
                <a:solidFill>
                  <a:srgbClr val="FFFFFF"/>
                </a:solidFill>
                <a:latin typeface="DM Sans Bold"/>
              </a:rPr>
              <a:t>ARITRA RAY</a:t>
            </a:r>
          </a:p>
          <a:p>
            <a:pPr marL="496571" indent="-248285" lvl="1">
              <a:lnSpc>
                <a:spcPts val="3174"/>
              </a:lnSpc>
              <a:buFont typeface="Arial"/>
              <a:buChar char="•"/>
            </a:pPr>
            <a:r>
              <a:rPr lang="en-US" sz="2300">
                <a:solidFill>
                  <a:srgbClr val="FFFFFF"/>
                </a:solidFill>
                <a:latin typeface="DM Sans"/>
              </a:rPr>
              <a:t>Contributed on the FRONT END of the Relaxation system</a:t>
            </a:r>
          </a:p>
          <a:p>
            <a:pPr marL="496571" indent="-248285" lvl="1">
              <a:lnSpc>
                <a:spcPts val="3174"/>
              </a:lnSpc>
              <a:buFont typeface="Arial"/>
              <a:buChar char="•"/>
            </a:pPr>
            <a:r>
              <a:rPr lang="en-US" sz="2300">
                <a:solidFill>
                  <a:srgbClr val="FFFFFF"/>
                </a:solidFill>
                <a:latin typeface="DM Sans"/>
              </a:rPr>
              <a:t>Successfully integrated all the ML models (Pose detection, Eye motion tracking, Thermal image)</a:t>
            </a:r>
          </a:p>
          <a:p>
            <a:pPr algn="l" marL="0" indent="0" lvl="0">
              <a:lnSpc>
                <a:spcPts val="3174"/>
              </a:lnSpc>
              <a:spcBef>
                <a:spcPct val="0"/>
              </a:spcBef>
            </a:pPr>
          </a:p>
        </p:txBody>
      </p:sp>
      <p:sp>
        <p:nvSpPr>
          <p:cNvPr name="TextBox 8" id="8"/>
          <p:cNvSpPr txBox="true"/>
          <p:nvPr/>
        </p:nvSpPr>
        <p:spPr>
          <a:xfrm rot="0">
            <a:off x="1416908" y="4736109"/>
            <a:ext cx="957654" cy="738583"/>
          </a:xfrm>
          <a:prstGeom prst="rect">
            <a:avLst/>
          </a:prstGeom>
        </p:spPr>
        <p:txBody>
          <a:bodyPr anchor="t" rtlCol="false" tIns="0" lIns="0" bIns="0" rIns="0">
            <a:spAutoFit/>
          </a:bodyPr>
          <a:lstStyle/>
          <a:p>
            <a:pPr algn="ctr" marL="0" indent="0" lvl="0">
              <a:lnSpc>
                <a:spcPts val="6013"/>
              </a:lnSpc>
              <a:spcBef>
                <a:spcPct val="0"/>
              </a:spcBef>
            </a:pPr>
            <a:r>
              <a:rPr lang="en-US" sz="4357">
                <a:solidFill>
                  <a:srgbClr val="4BD1FB"/>
                </a:solidFill>
                <a:latin typeface="DM Sans Bold"/>
              </a:rPr>
              <a:t>02</a:t>
            </a:r>
          </a:p>
        </p:txBody>
      </p:sp>
      <p:sp>
        <p:nvSpPr>
          <p:cNvPr name="TextBox 9" id="9"/>
          <p:cNvSpPr txBox="true"/>
          <p:nvPr/>
        </p:nvSpPr>
        <p:spPr>
          <a:xfrm rot="0">
            <a:off x="1416908" y="7152490"/>
            <a:ext cx="957654" cy="738583"/>
          </a:xfrm>
          <a:prstGeom prst="rect">
            <a:avLst/>
          </a:prstGeom>
        </p:spPr>
        <p:txBody>
          <a:bodyPr anchor="t" rtlCol="false" tIns="0" lIns="0" bIns="0" rIns="0">
            <a:spAutoFit/>
          </a:bodyPr>
          <a:lstStyle/>
          <a:p>
            <a:pPr algn="ctr" marL="0" indent="0" lvl="0">
              <a:lnSpc>
                <a:spcPts val="6013"/>
              </a:lnSpc>
              <a:spcBef>
                <a:spcPct val="0"/>
              </a:spcBef>
            </a:pPr>
            <a:r>
              <a:rPr lang="en-US" sz="4357">
                <a:solidFill>
                  <a:srgbClr val="4BD1FB"/>
                </a:solidFill>
                <a:latin typeface="DM Sans Bold"/>
              </a:rPr>
              <a:t>03</a:t>
            </a:r>
          </a:p>
        </p:txBody>
      </p:sp>
      <p:sp>
        <p:nvSpPr>
          <p:cNvPr name="TextBox 10" id="10"/>
          <p:cNvSpPr txBox="true"/>
          <p:nvPr/>
        </p:nvSpPr>
        <p:spPr>
          <a:xfrm rot="0">
            <a:off x="2596623" y="7370120"/>
            <a:ext cx="6547377" cy="4386072"/>
          </a:xfrm>
          <a:prstGeom prst="rect">
            <a:avLst/>
          </a:prstGeom>
        </p:spPr>
        <p:txBody>
          <a:bodyPr anchor="t" rtlCol="false" tIns="0" lIns="0" bIns="0" rIns="0">
            <a:spAutoFit/>
          </a:bodyPr>
          <a:lstStyle/>
          <a:p>
            <a:pPr>
              <a:lnSpc>
                <a:spcPts val="3174"/>
              </a:lnSpc>
            </a:pPr>
            <a:r>
              <a:rPr lang="en-US" sz="2300">
                <a:solidFill>
                  <a:srgbClr val="FFFFFF"/>
                </a:solidFill>
                <a:latin typeface="DM Sans Bold"/>
              </a:rPr>
              <a:t>BHANDARI SHIKHARA</a:t>
            </a:r>
          </a:p>
          <a:p>
            <a:pPr marL="496571" indent="-248285" lvl="1">
              <a:lnSpc>
                <a:spcPts val="3174"/>
              </a:lnSpc>
              <a:buFont typeface="Arial"/>
              <a:buChar char="•"/>
            </a:pPr>
            <a:r>
              <a:rPr lang="en-US" sz="2300">
                <a:solidFill>
                  <a:srgbClr val="FFFFFF"/>
                </a:solidFill>
                <a:latin typeface="DM Sans"/>
              </a:rPr>
              <a:t>Worked on the posture detection and recognition of the input data using OpenCV to detect any vodily motion in the input data.</a:t>
            </a:r>
          </a:p>
          <a:p>
            <a:pPr>
              <a:lnSpc>
                <a:spcPts val="3174"/>
              </a:lnSpc>
            </a:pPr>
          </a:p>
          <a:p>
            <a:pPr>
              <a:lnSpc>
                <a:spcPts val="3174"/>
              </a:lnSpc>
            </a:pPr>
          </a:p>
          <a:p>
            <a:pPr>
              <a:lnSpc>
                <a:spcPts val="3174"/>
              </a:lnSpc>
            </a:pPr>
          </a:p>
          <a:p>
            <a:pPr>
              <a:lnSpc>
                <a:spcPts val="3174"/>
              </a:lnSpc>
            </a:pPr>
          </a:p>
          <a:p>
            <a:pPr>
              <a:lnSpc>
                <a:spcPts val="3174"/>
              </a:lnSpc>
            </a:pPr>
          </a:p>
          <a:p>
            <a:pPr algn="l" marL="0" indent="0" lvl="0">
              <a:lnSpc>
                <a:spcPts val="3174"/>
              </a:lnSpc>
              <a:spcBef>
                <a:spcPct val="0"/>
              </a:spcBef>
            </a:pPr>
          </a:p>
        </p:txBody>
      </p:sp>
      <p:sp>
        <p:nvSpPr>
          <p:cNvPr name="TextBox 11" id="11"/>
          <p:cNvSpPr txBox="true"/>
          <p:nvPr/>
        </p:nvSpPr>
        <p:spPr>
          <a:xfrm rot="0">
            <a:off x="9591025" y="2974892"/>
            <a:ext cx="957654" cy="738583"/>
          </a:xfrm>
          <a:prstGeom prst="rect">
            <a:avLst/>
          </a:prstGeom>
        </p:spPr>
        <p:txBody>
          <a:bodyPr anchor="t" rtlCol="false" tIns="0" lIns="0" bIns="0" rIns="0">
            <a:spAutoFit/>
          </a:bodyPr>
          <a:lstStyle/>
          <a:p>
            <a:pPr algn="ctr" marL="0" indent="0" lvl="0">
              <a:lnSpc>
                <a:spcPts val="6013"/>
              </a:lnSpc>
              <a:spcBef>
                <a:spcPct val="0"/>
              </a:spcBef>
            </a:pPr>
            <a:r>
              <a:rPr lang="en-US" sz="4357">
                <a:solidFill>
                  <a:srgbClr val="4BD1FB"/>
                </a:solidFill>
                <a:latin typeface="DM Sans Bold"/>
              </a:rPr>
              <a:t>04</a:t>
            </a:r>
          </a:p>
        </p:txBody>
      </p:sp>
      <p:sp>
        <p:nvSpPr>
          <p:cNvPr name="TextBox 12" id="12"/>
          <p:cNvSpPr txBox="true"/>
          <p:nvPr/>
        </p:nvSpPr>
        <p:spPr>
          <a:xfrm rot="0">
            <a:off x="10783686" y="3174009"/>
            <a:ext cx="7043623" cy="4385873"/>
          </a:xfrm>
          <a:prstGeom prst="rect">
            <a:avLst/>
          </a:prstGeom>
        </p:spPr>
        <p:txBody>
          <a:bodyPr anchor="t" rtlCol="false" tIns="0" lIns="0" bIns="0" rIns="0">
            <a:spAutoFit/>
          </a:bodyPr>
          <a:lstStyle/>
          <a:p>
            <a:pPr>
              <a:lnSpc>
                <a:spcPts val="3174"/>
              </a:lnSpc>
            </a:pPr>
            <a:r>
              <a:rPr lang="en-US" sz="2300">
                <a:solidFill>
                  <a:srgbClr val="FFFFFF"/>
                </a:solidFill>
                <a:latin typeface="DM Sans Bold"/>
              </a:rPr>
              <a:t>BHAVYA CHARITHA</a:t>
            </a:r>
          </a:p>
          <a:p>
            <a:pPr marL="496571" indent="-248285" lvl="1">
              <a:lnSpc>
                <a:spcPts val="3174"/>
              </a:lnSpc>
              <a:buFont typeface="Arial"/>
              <a:buChar char="•"/>
            </a:pPr>
            <a:r>
              <a:rPr lang="en-US" sz="2300">
                <a:solidFill>
                  <a:srgbClr val="FFFFFF"/>
                </a:solidFill>
                <a:latin typeface="DM Sans"/>
              </a:rPr>
              <a:t>Worked on eye motion tracking to detect any changes in the position of iris in OpenCV</a:t>
            </a:r>
          </a:p>
          <a:p>
            <a:pPr marL="496571" indent="-248285" lvl="1">
              <a:lnSpc>
                <a:spcPts val="3174"/>
              </a:lnSpc>
              <a:buFont typeface="Arial"/>
              <a:buChar char="•"/>
            </a:pPr>
            <a:r>
              <a:rPr lang="en-US" sz="2300">
                <a:solidFill>
                  <a:srgbClr val="FFFFFF"/>
                </a:solidFill>
                <a:latin typeface="DM Sans"/>
              </a:rPr>
              <a:t>The model is integrated with the software to show the grayscale output for a given input for a particualr frame size</a:t>
            </a:r>
          </a:p>
          <a:p>
            <a:pPr>
              <a:lnSpc>
                <a:spcPts val="3174"/>
              </a:lnSpc>
            </a:pPr>
          </a:p>
          <a:p>
            <a:pPr>
              <a:lnSpc>
                <a:spcPts val="3174"/>
              </a:lnSpc>
            </a:pPr>
          </a:p>
          <a:p>
            <a:pPr>
              <a:lnSpc>
                <a:spcPts val="3174"/>
              </a:lnSpc>
            </a:pPr>
          </a:p>
          <a:p>
            <a:pPr>
              <a:lnSpc>
                <a:spcPts val="3174"/>
              </a:lnSpc>
            </a:pPr>
          </a:p>
          <a:p>
            <a:pPr algn="l" marL="0" indent="0" lvl="0">
              <a:lnSpc>
                <a:spcPts val="3174"/>
              </a:lnSpc>
              <a:spcBef>
                <a:spcPct val="0"/>
              </a:spcBef>
            </a:pPr>
          </a:p>
        </p:txBody>
      </p:sp>
      <p:sp>
        <p:nvSpPr>
          <p:cNvPr name="TextBox 13" id="13"/>
          <p:cNvSpPr txBox="true"/>
          <p:nvPr/>
        </p:nvSpPr>
        <p:spPr>
          <a:xfrm rot="0">
            <a:off x="9591025" y="5961114"/>
            <a:ext cx="957654" cy="738583"/>
          </a:xfrm>
          <a:prstGeom prst="rect">
            <a:avLst/>
          </a:prstGeom>
        </p:spPr>
        <p:txBody>
          <a:bodyPr anchor="t" rtlCol="false" tIns="0" lIns="0" bIns="0" rIns="0">
            <a:spAutoFit/>
          </a:bodyPr>
          <a:lstStyle/>
          <a:p>
            <a:pPr algn="ctr" marL="0" indent="0" lvl="0">
              <a:lnSpc>
                <a:spcPts val="6013"/>
              </a:lnSpc>
              <a:spcBef>
                <a:spcPct val="0"/>
              </a:spcBef>
            </a:pPr>
            <a:r>
              <a:rPr lang="en-US" sz="4357">
                <a:solidFill>
                  <a:srgbClr val="4BD1FB"/>
                </a:solidFill>
                <a:latin typeface="DM Sans Bold"/>
              </a:rPr>
              <a:t>05</a:t>
            </a:r>
          </a:p>
        </p:txBody>
      </p:sp>
      <p:sp>
        <p:nvSpPr>
          <p:cNvPr name="TextBox 14" id="14"/>
          <p:cNvSpPr txBox="true"/>
          <p:nvPr/>
        </p:nvSpPr>
        <p:spPr>
          <a:xfrm rot="0">
            <a:off x="10783686" y="6124949"/>
            <a:ext cx="7043623" cy="1585722"/>
          </a:xfrm>
          <a:prstGeom prst="rect">
            <a:avLst/>
          </a:prstGeom>
        </p:spPr>
        <p:txBody>
          <a:bodyPr anchor="t" rtlCol="false" tIns="0" lIns="0" bIns="0" rIns="0">
            <a:spAutoFit/>
          </a:bodyPr>
          <a:lstStyle/>
          <a:p>
            <a:pPr>
              <a:lnSpc>
                <a:spcPts val="3174"/>
              </a:lnSpc>
            </a:pPr>
            <a:r>
              <a:rPr lang="en-US" sz="2300">
                <a:solidFill>
                  <a:srgbClr val="FFFFFF"/>
                </a:solidFill>
                <a:latin typeface="DM Sans Bold"/>
              </a:rPr>
              <a:t>SIDDHARTH S</a:t>
            </a:r>
          </a:p>
          <a:p>
            <a:pPr algn="l" marL="496571" indent="-248285" lvl="1">
              <a:lnSpc>
                <a:spcPts val="3174"/>
              </a:lnSpc>
              <a:buFont typeface="Arial"/>
              <a:buChar char="•"/>
            </a:pPr>
            <a:r>
              <a:rPr lang="en-US" sz="2300">
                <a:solidFill>
                  <a:srgbClr val="FFFFFF"/>
                </a:solidFill>
                <a:latin typeface="DM Sans"/>
              </a:rPr>
              <a:t>Worked on the backend of the relaxation system using MySQL - database creation, connection, etc.</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5993373" y="-5458262"/>
            <a:ext cx="10196686" cy="10196686"/>
          </a:xfrm>
          <a:custGeom>
            <a:avLst/>
            <a:gdLst/>
            <a:ahLst/>
            <a:cxnLst/>
            <a:rect r="r" b="b" t="t" l="l"/>
            <a:pathLst>
              <a:path h="10196686" w="10196686">
                <a:moveTo>
                  <a:pt x="0" y="0"/>
                </a:moveTo>
                <a:lnTo>
                  <a:pt x="10196686" y="0"/>
                </a:lnTo>
                <a:lnTo>
                  <a:pt x="10196686" y="10196685"/>
                </a:lnTo>
                <a:lnTo>
                  <a:pt x="0" y="10196685"/>
                </a:lnTo>
                <a:lnTo>
                  <a:pt x="0" y="0"/>
                </a:lnTo>
                <a:close/>
              </a:path>
            </a:pathLst>
          </a:custGeom>
          <a:blipFill>
            <a:blip r:embed="rId2">
              <a:alphaModFix amt="2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97329" y="6667836"/>
            <a:ext cx="8414387" cy="8414387"/>
          </a:xfrm>
          <a:custGeom>
            <a:avLst/>
            <a:gdLst/>
            <a:ahLst/>
            <a:cxnLst/>
            <a:rect r="r" b="b" t="t" l="l"/>
            <a:pathLst>
              <a:path h="8414387" w="8414387">
                <a:moveTo>
                  <a:pt x="0" y="0"/>
                </a:moveTo>
                <a:lnTo>
                  <a:pt x="8414387" y="0"/>
                </a:lnTo>
                <a:lnTo>
                  <a:pt x="8414387" y="8414387"/>
                </a:lnTo>
                <a:lnTo>
                  <a:pt x="0" y="8414387"/>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9480" y="0"/>
            <a:ext cx="7701324" cy="10512887"/>
          </a:xfrm>
          <a:custGeom>
            <a:avLst/>
            <a:gdLst/>
            <a:ahLst/>
            <a:cxnLst/>
            <a:rect r="r" b="b" t="t" l="l"/>
            <a:pathLst>
              <a:path h="10512887" w="7701324">
                <a:moveTo>
                  <a:pt x="0" y="0"/>
                </a:moveTo>
                <a:lnTo>
                  <a:pt x="7701324" y="0"/>
                </a:lnTo>
                <a:lnTo>
                  <a:pt x="7701324" y="10512887"/>
                </a:lnTo>
                <a:lnTo>
                  <a:pt x="0" y="10512887"/>
                </a:lnTo>
                <a:lnTo>
                  <a:pt x="0" y="0"/>
                </a:lnTo>
                <a:close/>
              </a:path>
            </a:pathLst>
          </a:custGeom>
          <a:blipFill>
            <a:blip r:embed="rId6"/>
            <a:stretch>
              <a:fillRect l="-51128" t="-48351" r="-51128" b="0"/>
            </a:stretch>
          </a:blipFill>
        </p:spPr>
      </p:sp>
      <p:grpSp>
        <p:nvGrpSpPr>
          <p:cNvPr name="Group 5" id="5"/>
          <p:cNvGrpSpPr/>
          <p:nvPr/>
        </p:nvGrpSpPr>
        <p:grpSpPr>
          <a:xfrm rot="0">
            <a:off x="5520658" y="3087588"/>
            <a:ext cx="1142373" cy="114237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1D4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05"/>
                </a:lnSpc>
              </a:pPr>
            </a:p>
          </p:txBody>
        </p:sp>
      </p:grpSp>
      <p:sp>
        <p:nvSpPr>
          <p:cNvPr name="Freeform 8" id="8"/>
          <p:cNvSpPr/>
          <p:nvPr/>
        </p:nvSpPr>
        <p:spPr>
          <a:xfrm flipH="false" flipV="false" rot="0">
            <a:off x="5725261" y="3324550"/>
            <a:ext cx="733166" cy="714504"/>
          </a:xfrm>
          <a:custGeom>
            <a:avLst/>
            <a:gdLst/>
            <a:ahLst/>
            <a:cxnLst/>
            <a:rect r="r" b="b" t="t" l="l"/>
            <a:pathLst>
              <a:path h="714504" w="733166">
                <a:moveTo>
                  <a:pt x="0" y="0"/>
                </a:moveTo>
                <a:lnTo>
                  <a:pt x="733166" y="0"/>
                </a:lnTo>
                <a:lnTo>
                  <a:pt x="733166" y="714504"/>
                </a:lnTo>
                <a:lnTo>
                  <a:pt x="0" y="7145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5520658" y="5493581"/>
            <a:ext cx="1142373" cy="11423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1D40"/>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05"/>
                </a:lnSpc>
              </a:pPr>
            </a:p>
          </p:txBody>
        </p:sp>
      </p:grpSp>
      <p:sp>
        <p:nvSpPr>
          <p:cNvPr name="Freeform 12" id="12"/>
          <p:cNvSpPr/>
          <p:nvPr/>
        </p:nvSpPr>
        <p:spPr>
          <a:xfrm flipH="false" flipV="false" rot="0">
            <a:off x="5818393" y="5776821"/>
            <a:ext cx="585607" cy="669613"/>
          </a:xfrm>
          <a:custGeom>
            <a:avLst/>
            <a:gdLst/>
            <a:ahLst/>
            <a:cxnLst/>
            <a:rect r="r" b="b" t="t" l="l"/>
            <a:pathLst>
              <a:path h="669613" w="585607">
                <a:moveTo>
                  <a:pt x="0" y="0"/>
                </a:moveTo>
                <a:lnTo>
                  <a:pt x="585607" y="0"/>
                </a:lnTo>
                <a:lnTo>
                  <a:pt x="585607" y="669614"/>
                </a:lnTo>
                <a:lnTo>
                  <a:pt x="0" y="6696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3" id="13"/>
          <p:cNvGrpSpPr/>
          <p:nvPr/>
        </p:nvGrpSpPr>
        <p:grpSpPr>
          <a:xfrm rot="0">
            <a:off x="5520658" y="8115927"/>
            <a:ext cx="1142373" cy="114237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1D40"/>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05"/>
                </a:lnSpc>
              </a:pPr>
            </a:p>
          </p:txBody>
        </p:sp>
      </p:grpSp>
      <p:sp>
        <p:nvSpPr>
          <p:cNvPr name="Freeform 16" id="16"/>
          <p:cNvSpPr/>
          <p:nvPr/>
        </p:nvSpPr>
        <p:spPr>
          <a:xfrm flipH="false" flipV="false" rot="0">
            <a:off x="5808717" y="8326650"/>
            <a:ext cx="566255" cy="720926"/>
          </a:xfrm>
          <a:custGeom>
            <a:avLst/>
            <a:gdLst/>
            <a:ahLst/>
            <a:cxnLst/>
            <a:rect r="r" b="b" t="t" l="l"/>
            <a:pathLst>
              <a:path h="720926" w="566255">
                <a:moveTo>
                  <a:pt x="0" y="0"/>
                </a:moveTo>
                <a:lnTo>
                  <a:pt x="566254" y="0"/>
                </a:lnTo>
                <a:lnTo>
                  <a:pt x="566254" y="720927"/>
                </a:lnTo>
                <a:lnTo>
                  <a:pt x="0" y="72092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7" id="17"/>
          <p:cNvSpPr txBox="true"/>
          <p:nvPr/>
        </p:nvSpPr>
        <p:spPr>
          <a:xfrm rot="0">
            <a:off x="6663031" y="1186046"/>
            <a:ext cx="9879016" cy="1462120"/>
          </a:xfrm>
          <a:prstGeom prst="rect">
            <a:avLst/>
          </a:prstGeom>
        </p:spPr>
        <p:txBody>
          <a:bodyPr anchor="t" rtlCol="false" tIns="0" lIns="0" bIns="0" rIns="0">
            <a:spAutoFit/>
          </a:bodyPr>
          <a:lstStyle/>
          <a:p>
            <a:pPr algn="l" marL="0" indent="0" lvl="0">
              <a:lnSpc>
                <a:spcPts val="5719"/>
              </a:lnSpc>
              <a:spcBef>
                <a:spcPct val="0"/>
              </a:spcBef>
            </a:pPr>
            <a:r>
              <a:rPr lang="en-US" sz="4766">
                <a:solidFill>
                  <a:srgbClr val="FFFFFF"/>
                </a:solidFill>
                <a:latin typeface="Now Bold"/>
              </a:rPr>
              <a:t>IMPROVEMENT IN OUR SKILLS THROUGH THE PROJECT</a:t>
            </a:r>
          </a:p>
        </p:txBody>
      </p:sp>
      <p:sp>
        <p:nvSpPr>
          <p:cNvPr name="TextBox 18" id="18"/>
          <p:cNvSpPr txBox="true"/>
          <p:nvPr/>
        </p:nvSpPr>
        <p:spPr>
          <a:xfrm rot="0">
            <a:off x="6830047" y="2993631"/>
            <a:ext cx="8035295" cy="604688"/>
          </a:xfrm>
          <a:prstGeom prst="rect">
            <a:avLst/>
          </a:prstGeom>
        </p:spPr>
        <p:txBody>
          <a:bodyPr anchor="t" rtlCol="false" tIns="0" lIns="0" bIns="0" rIns="0">
            <a:spAutoFit/>
          </a:bodyPr>
          <a:lstStyle/>
          <a:p>
            <a:pPr marL="0" indent="0" lvl="0">
              <a:lnSpc>
                <a:spcPts val="4969"/>
              </a:lnSpc>
              <a:spcBef>
                <a:spcPct val="0"/>
              </a:spcBef>
            </a:pPr>
            <a:r>
              <a:rPr lang="en-US" sz="3601">
                <a:solidFill>
                  <a:srgbClr val="4BD1FB"/>
                </a:solidFill>
                <a:latin typeface="DM Sans Bold"/>
              </a:rPr>
              <a:t>Learned Cutting Edge Technologies</a:t>
            </a:r>
          </a:p>
        </p:txBody>
      </p:sp>
      <p:sp>
        <p:nvSpPr>
          <p:cNvPr name="TextBox 19" id="19"/>
          <p:cNvSpPr txBox="true"/>
          <p:nvPr/>
        </p:nvSpPr>
        <p:spPr>
          <a:xfrm rot="0">
            <a:off x="6830047" y="3964408"/>
            <a:ext cx="6015843" cy="1312643"/>
          </a:xfrm>
          <a:prstGeom prst="rect">
            <a:avLst/>
          </a:prstGeom>
        </p:spPr>
        <p:txBody>
          <a:bodyPr anchor="t" rtlCol="false" tIns="0" lIns="0" bIns="0" rIns="0">
            <a:spAutoFit/>
          </a:bodyPr>
          <a:lstStyle/>
          <a:p>
            <a:pPr marL="0" indent="0" lvl="0">
              <a:lnSpc>
                <a:spcPts val="2664"/>
              </a:lnSpc>
              <a:spcBef>
                <a:spcPct val="0"/>
              </a:spcBef>
            </a:pPr>
            <a:r>
              <a:rPr lang="en-US" sz="1931">
                <a:solidFill>
                  <a:srgbClr val="FFFFFF"/>
                </a:solidFill>
                <a:latin typeface="DM Sans"/>
              </a:rPr>
              <a:t>We learned and implemented programming languages, frameworks and libraries which are industry standared. It will help us to build other real time projects in future.</a:t>
            </a:r>
          </a:p>
        </p:txBody>
      </p:sp>
      <p:sp>
        <p:nvSpPr>
          <p:cNvPr name="TextBox 20" id="20"/>
          <p:cNvSpPr txBox="true"/>
          <p:nvPr/>
        </p:nvSpPr>
        <p:spPr>
          <a:xfrm rot="0">
            <a:off x="6847387" y="5470708"/>
            <a:ext cx="9711999" cy="555076"/>
          </a:xfrm>
          <a:prstGeom prst="rect">
            <a:avLst/>
          </a:prstGeom>
        </p:spPr>
        <p:txBody>
          <a:bodyPr anchor="t" rtlCol="false" tIns="0" lIns="0" bIns="0" rIns="0">
            <a:spAutoFit/>
          </a:bodyPr>
          <a:lstStyle/>
          <a:p>
            <a:pPr marL="0" indent="0" lvl="0">
              <a:lnSpc>
                <a:spcPts val="4519"/>
              </a:lnSpc>
              <a:spcBef>
                <a:spcPct val="0"/>
              </a:spcBef>
            </a:pPr>
            <a:r>
              <a:rPr lang="en-US" sz="3274">
                <a:solidFill>
                  <a:srgbClr val="4BD1FB"/>
                </a:solidFill>
                <a:latin typeface="DM Sans Bold"/>
              </a:rPr>
              <a:t>Continuous Improvement and Error Handling</a:t>
            </a:r>
          </a:p>
        </p:txBody>
      </p:sp>
      <p:sp>
        <p:nvSpPr>
          <p:cNvPr name="TextBox 21" id="21"/>
          <p:cNvSpPr txBox="true"/>
          <p:nvPr/>
        </p:nvSpPr>
        <p:spPr>
          <a:xfrm rot="0">
            <a:off x="6847387" y="6261240"/>
            <a:ext cx="7292781" cy="1644696"/>
          </a:xfrm>
          <a:prstGeom prst="rect">
            <a:avLst/>
          </a:prstGeom>
        </p:spPr>
        <p:txBody>
          <a:bodyPr anchor="t" rtlCol="false" tIns="0" lIns="0" bIns="0" rIns="0">
            <a:spAutoFit/>
          </a:bodyPr>
          <a:lstStyle/>
          <a:p>
            <a:pPr marL="0" indent="0" lvl="0">
              <a:lnSpc>
                <a:spcPts val="2664"/>
              </a:lnSpc>
              <a:spcBef>
                <a:spcPct val="0"/>
              </a:spcBef>
            </a:pPr>
            <a:r>
              <a:rPr lang="en-US" sz="1931">
                <a:solidFill>
                  <a:srgbClr val="FFFFFF"/>
                </a:solidFill>
                <a:latin typeface="DM Sans"/>
              </a:rPr>
              <a:t>Learning from mistakes is one of the important things we learned during our this project. Initially we tried different types modules and frameworks. But after facing errors in integration we decided to use other frameworks which helped us to handle those errors.</a:t>
            </a:r>
          </a:p>
        </p:txBody>
      </p:sp>
      <p:sp>
        <p:nvSpPr>
          <p:cNvPr name="TextBox 22" id="22"/>
          <p:cNvSpPr txBox="true"/>
          <p:nvPr/>
        </p:nvSpPr>
        <p:spPr>
          <a:xfrm rot="0">
            <a:off x="6847387" y="8296461"/>
            <a:ext cx="4402447" cy="555076"/>
          </a:xfrm>
          <a:prstGeom prst="rect">
            <a:avLst/>
          </a:prstGeom>
        </p:spPr>
        <p:txBody>
          <a:bodyPr anchor="t" rtlCol="false" tIns="0" lIns="0" bIns="0" rIns="0">
            <a:spAutoFit/>
          </a:bodyPr>
          <a:lstStyle/>
          <a:p>
            <a:pPr marL="0" indent="0" lvl="0">
              <a:lnSpc>
                <a:spcPts val="4519"/>
              </a:lnSpc>
              <a:spcBef>
                <a:spcPct val="0"/>
              </a:spcBef>
            </a:pPr>
            <a:r>
              <a:rPr lang="en-US" sz="3274">
                <a:solidFill>
                  <a:srgbClr val="4BD1FB"/>
                </a:solidFill>
                <a:latin typeface="DM Sans Bold"/>
              </a:rPr>
              <a:t>Group work</a:t>
            </a:r>
          </a:p>
        </p:txBody>
      </p:sp>
      <p:sp>
        <p:nvSpPr>
          <p:cNvPr name="TextBox 23" id="23"/>
          <p:cNvSpPr txBox="true"/>
          <p:nvPr/>
        </p:nvSpPr>
        <p:spPr>
          <a:xfrm rot="0">
            <a:off x="6830047" y="9058588"/>
            <a:ext cx="6425724" cy="648537"/>
          </a:xfrm>
          <a:prstGeom prst="rect">
            <a:avLst/>
          </a:prstGeom>
        </p:spPr>
        <p:txBody>
          <a:bodyPr anchor="t" rtlCol="false" tIns="0" lIns="0" bIns="0" rIns="0">
            <a:spAutoFit/>
          </a:bodyPr>
          <a:lstStyle/>
          <a:p>
            <a:pPr marL="0" indent="0" lvl="0">
              <a:lnSpc>
                <a:spcPts val="2664"/>
              </a:lnSpc>
              <a:spcBef>
                <a:spcPct val="0"/>
              </a:spcBef>
            </a:pPr>
            <a:r>
              <a:rPr lang="en-US" sz="1931">
                <a:solidFill>
                  <a:srgbClr val="FFFFFF"/>
                </a:solidFill>
                <a:latin typeface="DM Sans"/>
              </a:rPr>
              <a:t>One of the key factor to succeed in a project is to work as a team. We learned this unmentioned skill to excel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286157" y="171988"/>
            <a:ext cx="15430157" cy="10545890"/>
            <a:chOff x="0" y="0"/>
            <a:chExt cx="5508856" cy="3765081"/>
          </a:xfrm>
        </p:grpSpPr>
        <p:sp>
          <p:nvSpPr>
            <p:cNvPr name="Freeform 3" id="3"/>
            <p:cNvSpPr/>
            <p:nvPr/>
          </p:nvSpPr>
          <p:spPr>
            <a:xfrm flipH="false" flipV="false" rot="0">
              <a:off x="0" y="0"/>
              <a:ext cx="5508856" cy="3765081"/>
            </a:xfrm>
            <a:custGeom>
              <a:avLst/>
              <a:gdLst/>
              <a:ahLst/>
              <a:cxnLst/>
              <a:rect r="r" b="b" t="t" l="l"/>
              <a:pathLst>
                <a:path h="3765081" w="5508856">
                  <a:moveTo>
                    <a:pt x="0" y="0"/>
                  </a:moveTo>
                  <a:lnTo>
                    <a:pt x="3335085" y="0"/>
                  </a:lnTo>
                  <a:lnTo>
                    <a:pt x="5508856" y="3765081"/>
                  </a:lnTo>
                  <a:lnTo>
                    <a:pt x="2173770" y="3765081"/>
                  </a:lnTo>
                  <a:lnTo>
                    <a:pt x="0" y="0"/>
                  </a:lnTo>
                  <a:close/>
                </a:path>
              </a:pathLst>
            </a:custGeom>
            <a:solidFill>
              <a:srgbClr val="F1945B"/>
            </a:solidFill>
          </p:spPr>
        </p:sp>
        <p:sp>
          <p:nvSpPr>
            <p:cNvPr name="Freeform 4" id="4"/>
            <p:cNvSpPr/>
            <p:nvPr/>
          </p:nvSpPr>
          <p:spPr>
            <a:xfrm flipH="false" flipV="false" rot="0">
              <a:off x="0" y="0"/>
              <a:ext cx="5508856" cy="3765081"/>
            </a:xfrm>
            <a:custGeom>
              <a:avLst/>
              <a:gdLst/>
              <a:ahLst/>
              <a:cxnLst/>
              <a:rect r="r" b="b" t="t" l="l"/>
              <a:pathLst>
                <a:path h="3765081" w="5508856">
                  <a:moveTo>
                    <a:pt x="0" y="0"/>
                  </a:moveTo>
                  <a:lnTo>
                    <a:pt x="3335085" y="0"/>
                  </a:lnTo>
                  <a:lnTo>
                    <a:pt x="5508856" y="3765081"/>
                  </a:lnTo>
                  <a:lnTo>
                    <a:pt x="2173770" y="3765081"/>
                  </a:lnTo>
                  <a:lnTo>
                    <a:pt x="0" y="0"/>
                  </a:lnTo>
                  <a:close/>
                </a:path>
              </a:pathLst>
            </a:custGeom>
            <a:blipFill>
              <a:blip r:embed="rId2"/>
              <a:stretch>
                <a:fillRect l="0" t="-327" r="0" b="-3848"/>
              </a:stretch>
            </a:blipFill>
          </p:spPr>
        </p:sp>
      </p:grpSp>
      <p:sp>
        <p:nvSpPr>
          <p:cNvPr name="Freeform 5" id="5"/>
          <p:cNvSpPr/>
          <p:nvPr/>
        </p:nvSpPr>
        <p:spPr>
          <a:xfrm flipH="false" flipV="false" rot="0">
            <a:off x="-2622339" y="7919689"/>
            <a:ext cx="6452848" cy="5596379"/>
          </a:xfrm>
          <a:custGeom>
            <a:avLst/>
            <a:gdLst/>
            <a:ahLst/>
            <a:cxnLst/>
            <a:rect r="r" b="b" t="t" l="l"/>
            <a:pathLst>
              <a:path h="5596379" w="6452848">
                <a:moveTo>
                  <a:pt x="0" y="0"/>
                </a:moveTo>
                <a:lnTo>
                  <a:pt x="6452849" y="0"/>
                </a:lnTo>
                <a:lnTo>
                  <a:pt x="6452849" y="5596379"/>
                </a:lnTo>
                <a:lnTo>
                  <a:pt x="0" y="55963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0800000">
            <a:off x="13367400" y="-2798190"/>
            <a:ext cx="6452848" cy="5596379"/>
          </a:xfrm>
          <a:custGeom>
            <a:avLst/>
            <a:gdLst/>
            <a:ahLst/>
            <a:cxnLst/>
            <a:rect r="r" b="b" t="t" l="l"/>
            <a:pathLst>
              <a:path h="5596379" w="6452848">
                <a:moveTo>
                  <a:pt x="0" y="0"/>
                </a:moveTo>
                <a:lnTo>
                  <a:pt x="6452849" y="0"/>
                </a:lnTo>
                <a:lnTo>
                  <a:pt x="6452849" y="5596380"/>
                </a:lnTo>
                <a:lnTo>
                  <a:pt x="0" y="5596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507682" y="796340"/>
            <a:ext cx="10844402" cy="2001850"/>
          </a:xfrm>
          <a:prstGeom prst="rect">
            <a:avLst/>
          </a:prstGeom>
        </p:spPr>
        <p:txBody>
          <a:bodyPr anchor="t" rtlCol="false" tIns="0" lIns="0" bIns="0" rIns="0">
            <a:spAutoFit/>
          </a:bodyPr>
          <a:lstStyle/>
          <a:p>
            <a:pPr algn="ctr" marL="0" indent="0" lvl="0">
              <a:lnSpc>
                <a:spcPts val="7884"/>
              </a:lnSpc>
              <a:spcBef>
                <a:spcPct val="0"/>
              </a:spcBef>
            </a:pPr>
            <a:r>
              <a:rPr lang="en-US" sz="6570">
                <a:solidFill>
                  <a:srgbClr val="FFFFFF"/>
                </a:solidFill>
                <a:latin typeface="Now Bold"/>
              </a:rPr>
              <a:t>LIMITATIONS OF OUR MODEL</a:t>
            </a:r>
          </a:p>
        </p:txBody>
      </p:sp>
      <p:sp>
        <p:nvSpPr>
          <p:cNvPr name="TextBox 8" id="8"/>
          <p:cNvSpPr txBox="true"/>
          <p:nvPr/>
        </p:nvSpPr>
        <p:spPr>
          <a:xfrm rot="0">
            <a:off x="6340638" y="3115614"/>
            <a:ext cx="11298642" cy="2027886"/>
          </a:xfrm>
          <a:prstGeom prst="rect">
            <a:avLst/>
          </a:prstGeom>
        </p:spPr>
        <p:txBody>
          <a:bodyPr anchor="t" rtlCol="false" tIns="0" lIns="0" bIns="0" rIns="0">
            <a:spAutoFit/>
          </a:bodyPr>
          <a:lstStyle/>
          <a:p>
            <a:pPr algn="just" marL="638576" indent="-319288" lvl="1">
              <a:lnSpc>
                <a:spcPts val="4081"/>
              </a:lnSpc>
              <a:buFont typeface="Arial"/>
              <a:buChar char="•"/>
            </a:pPr>
            <a:r>
              <a:rPr lang="en-US" sz="2957">
                <a:solidFill>
                  <a:srgbClr val="FFFFFF"/>
                </a:solidFill>
                <a:latin typeface="DM Sans Bold"/>
              </a:rPr>
              <a:t>Real-time implementation of complex features like thermal imaging and eye detection is a challenge for our model, making offline analysis using videos from local devices or backend dataframes more practical.</a:t>
            </a:r>
          </a:p>
        </p:txBody>
      </p:sp>
      <p:sp>
        <p:nvSpPr>
          <p:cNvPr name="TextBox 9" id="9"/>
          <p:cNvSpPr txBox="true"/>
          <p:nvPr/>
        </p:nvSpPr>
        <p:spPr>
          <a:xfrm rot="0">
            <a:off x="6340638" y="5254049"/>
            <a:ext cx="10918662" cy="4599636"/>
          </a:xfrm>
          <a:prstGeom prst="rect">
            <a:avLst/>
          </a:prstGeom>
        </p:spPr>
        <p:txBody>
          <a:bodyPr anchor="t" rtlCol="false" tIns="0" lIns="0" bIns="0" rIns="0">
            <a:spAutoFit/>
          </a:bodyPr>
          <a:lstStyle/>
          <a:p>
            <a:pPr algn="just" marL="638576" indent="-319288" lvl="1">
              <a:lnSpc>
                <a:spcPts val="4081"/>
              </a:lnSpc>
              <a:buFont typeface="Arial"/>
              <a:buChar char="•"/>
            </a:pPr>
            <a:r>
              <a:rPr lang="en-US" sz="2957">
                <a:solidFill>
                  <a:srgbClr val="FFFFFF"/>
                </a:solidFill>
                <a:latin typeface="DM Sans Bold"/>
              </a:rPr>
              <a:t>Images must be resized to the dimensions the model was trained on, such as 464x348, for compatibility with the thermal imaging model.</a:t>
            </a:r>
          </a:p>
          <a:p>
            <a:pPr algn="just" marL="638576" indent="-319288" lvl="1">
              <a:lnSpc>
                <a:spcPts val="4081"/>
              </a:lnSpc>
              <a:buFont typeface="Arial"/>
              <a:buChar char="•"/>
            </a:pPr>
            <a:r>
              <a:rPr lang="en-US" sz="2957">
                <a:solidFill>
                  <a:srgbClr val="FFFFFF"/>
                </a:solidFill>
                <a:latin typeface="DM Sans Bold"/>
              </a:rPr>
              <a:t>Input must allow a specific dimension 1280x720 in pixel for eye motion tracking and grayscale display of the iris motion.</a:t>
            </a:r>
          </a:p>
          <a:p>
            <a:pPr algn="just" marL="638576" indent="-319288" lvl="1">
              <a:lnSpc>
                <a:spcPts val="4081"/>
              </a:lnSpc>
              <a:buFont typeface="Arial"/>
              <a:buChar char="•"/>
            </a:pPr>
            <a:r>
              <a:rPr lang="en-US" sz="2957">
                <a:solidFill>
                  <a:srgbClr val="FFFFFF"/>
                </a:solidFill>
                <a:latin typeface="DM Sans Bold"/>
              </a:rPr>
              <a:t>Use of MySQL for video stream storage is not practical due to the storage as large binary object files, which makes retrieval and storage inefficient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1313163">
            <a:off x="-4261137" y="6573910"/>
            <a:ext cx="9085628" cy="5368780"/>
          </a:xfrm>
          <a:custGeom>
            <a:avLst/>
            <a:gdLst/>
            <a:ahLst/>
            <a:cxnLst/>
            <a:rect r="r" b="b" t="t" l="l"/>
            <a:pathLst>
              <a:path h="5368780" w="9085628">
                <a:moveTo>
                  <a:pt x="0" y="0"/>
                </a:moveTo>
                <a:lnTo>
                  <a:pt x="9085628" y="0"/>
                </a:lnTo>
                <a:lnTo>
                  <a:pt x="9085628" y="5368780"/>
                </a:lnTo>
                <a:lnTo>
                  <a:pt x="0" y="5368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67961" y="8412696"/>
            <a:ext cx="4319810" cy="426581"/>
          </a:xfrm>
          <a:custGeom>
            <a:avLst/>
            <a:gdLst/>
            <a:ahLst/>
            <a:cxnLst/>
            <a:rect r="r" b="b" t="t" l="l"/>
            <a:pathLst>
              <a:path h="426581" w="4319810">
                <a:moveTo>
                  <a:pt x="0" y="0"/>
                </a:moveTo>
                <a:lnTo>
                  <a:pt x="4319809" y="0"/>
                </a:lnTo>
                <a:lnTo>
                  <a:pt x="4319809" y="426581"/>
                </a:lnTo>
                <a:lnTo>
                  <a:pt x="0" y="426581"/>
                </a:lnTo>
                <a:lnTo>
                  <a:pt x="0" y="0"/>
                </a:lnTo>
                <a:close/>
              </a:path>
            </a:pathLst>
          </a:custGeom>
          <a:blipFill>
            <a:blip r:embed="rId4"/>
            <a:stretch>
              <a:fillRect l="0" t="-99999" r="0" b="0"/>
            </a:stretch>
          </a:blipFill>
        </p:spPr>
      </p:sp>
      <p:sp>
        <p:nvSpPr>
          <p:cNvPr name="Freeform 4" id="4"/>
          <p:cNvSpPr/>
          <p:nvPr/>
        </p:nvSpPr>
        <p:spPr>
          <a:xfrm flipH="false" flipV="false" rot="0">
            <a:off x="6984095" y="8412696"/>
            <a:ext cx="4319810" cy="426581"/>
          </a:xfrm>
          <a:custGeom>
            <a:avLst/>
            <a:gdLst/>
            <a:ahLst/>
            <a:cxnLst/>
            <a:rect r="r" b="b" t="t" l="l"/>
            <a:pathLst>
              <a:path h="426581" w="4319810">
                <a:moveTo>
                  <a:pt x="0" y="0"/>
                </a:moveTo>
                <a:lnTo>
                  <a:pt x="4319810" y="0"/>
                </a:lnTo>
                <a:lnTo>
                  <a:pt x="4319810" y="426581"/>
                </a:lnTo>
                <a:lnTo>
                  <a:pt x="0" y="426581"/>
                </a:lnTo>
                <a:lnTo>
                  <a:pt x="0" y="0"/>
                </a:lnTo>
                <a:close/>
              </a:path>
            </a:pathLst>
          </a:custGeom>
          <a:blipFill>
            <a:blip r:embed="rId4"/>
            <a:stretch>
              <a:fillRect l="0" t="-99999" r="0" b="0"/>
            </a:stretch>
          </a:blipFill>
        </p:spPr>
      </p:sp>
      <p:sp>
        <p:nvSpPr>
          <p:cNvPr name="Freeform 5" id="5"/>
          <p:cNvSpPr/>
          <p:nvPr/>
        </p:nvSpPr>
        <p:spPr>
          <a:xfrm flipH="false" flipV="false" rot="0">
            <a:off x="11703955" y="8412696"/>
            <a:ext cx="4319810" cy="426581"/>
          </a:xfrm>
          <a:custGeom>
            <a:avLst/>
            <a:gdLst/>
            <a:ahLst/>
            <a:cxnLst/>
            <a:rect r="r" b="b" t="t" l="l"/>
            <a:pathLst>
              <a:path h="426581" w="4319810">
                <a:moveTo>
                  <a:pt x="0" y="0"/>
                </a:moveTo>
                <a:lnTo>
                  <a:pt x="4319809" y="0"/>
                </a:lnTo>
                <a:lnTo>
                  <a:pt x="4319809" y="426581"/>
                </a:lnTo>
                <a:lnTo>
                  <a:pt x="0" y="426581"/>
                </a:lnTo>
                <a:lnTo>
                  <a:pt x="0" y="0"/>
                </a:lnTo>
                <a:close/>
              </a:path>
            </a:pathLst>
          </a:custGeom>
          <a:blipFill>
            <a:blip r:embed="rId4"/>
            <a:stretch>
              <a:fillRect l="0" t="-99999" r="0" b="0"/>
            </a:stretch>
          </a:blipFill>
        </p:spPr>
      </p:sp>
      <p:grpSp>
        <p:nvGrpSpPr>
          <p:cNvPr name="Group 6" id="6"/>
          <p:cNvGrpSpPr/>
          <p:nvPr/>
        </p:nvGrpSpPr>
        <p:grpSpPr>
          <a:xfrm rot="0">
            <a:off x="2290722" y="4206681"/>
            <a:ext cx="4297048" cy="4206015"/>
            <a:chOff x="0" y="0"/>
            <a:chExt cx="1131733" cy="1107757"/>
          </a:xfrm>
        </p:grpSpPr>
        <p:sp>
          <p:nvSpPr>
            <p:cNvPr name="Freeform 7" id="7"/>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CFF4FF"/>
            </a:solidFill>
            <a:ln w="19050" cap="sq">
              <a:solidFill>
                <a:srgbClr val="FFFFFF"/>
              </a:solidFill>
              <a:prstDash val="solid"/>
              <a:miter/>
            </a:ln>
          </p:spPr>
        </p:sp>
        <p:sp>
          <p:nvSpPr>
            <p:cNvPr name="TextBox 8" id="8"/>
            <p:cNvSpPr txBox="true"/>
            <p:nvPr/>
          </p:nvSpPr>
          <p:spPr>
            <a:xfrm>
              <a:off x="0" y="-38100"/>
              <a:ext cx="1131733" cy="1145857"/>
            </a:xfrm>
            <a:prstGeom prst="rect">
              <a:avLst/>
            </a:prstGeom>
          </p:spPr>
          <p:txBody>
            <a:bodyPr anchor="ctr" rtlCol="false" tIns="50800" lIns="50800" bIns="50800" rIns="50800"/>
            <a:lstStyle/>
            <a:p>
              <a:pPr algn="ctr">
                <a:lnSpc>
                  <a:spcPts val="2605"/>
                </a:lnSpc>
              </a:pPr>
            </a:p>
          </p:txBody>
        </p:sp>
      </p:grpSp>
      <p:grpSp>
        <p:nvGrpSpPr>
          <p:cNvPr name="Group 9" id="9"/>
          <p:cNvGrpSpPr/>
          <p:nvPr/>
        </p:nvGrpSpPr>
        <p:grpSpPr>
          <a:xfrm rot="0">
            <a:off x="6993607" y="4206681"/>
            <a:ext cx="4297048" cy="4206015"/>
            <a:chOff x="0" y="0"/>
            <a:chExt cx="1131733" cy="1107757"/>
          </a:xfrm>
        </p:grpSpPr>
        <p:sp>
          <p:nvSpPr>
            <p:cNvPr name="Freeform 10" id="10"/>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CFF4FF"/>
            </a:solidFill>
            <a:ln w="19050" cap="sq">
              <a:solidFill>
                <a:srgbClr val="FFFFFF"/>
              </a:solidFill>
              <a:prstDash val="solid"/>
              <a:miter/>
            </a:ln>
          </p:spPr>
        </p:sp>
        <p:sp>
          <p:nvSpPr>
            <p:cNvPr name="TextBox 11" id="11"/>
            <p:cNvSpPr txBox="true"/>
            <p:nvPr/>
          </p:nvSpPr>
          <p:spPr>
            <a:xfrm>
              <a:off x="0" y="-38100"/>
              <a:ext cx="1131733" cy="1145857"/>
            </a:xfrm>
            <a:prstGeom prst="rect">
              <a:avLst/>
            </a:prstGeom>
          </p:spPr>
          <p:txBody>
            <a:bodyPr anchor="ctr" rtlCol="false" tIns="50800" lIns="50800" bIns="50800" rIns="50800"/>
            <a:lstStyle/>
            <a:p>
              <a:pPr algn="ctr">
                <a:lnSpc>
                  <a:spcPts val="2605"/>
                </a:lnSpc>
              </a:pPr>
            </a:p>
          </p:txBody>
        </p:sp>
      </p:grpSp>
      <p:grpSp>
        <p:nvGrpSpPr>
          <p:cNvPr name="Group 12" id="12"/>
          <p:cNvGrpSpPr/>
          <p:nvPr/>
        </p:nvGrpSpPr>
        <p:grpSpPr>
          <a:xfrm rot="0">
            <a:off x="11700230" y="4206681"/>
            <a:ext cx="4297048" cy="4206015"/>
            <a:chOff x="0" y="0"/>
            <a:chExt cx="1131733" cy="1107757"/>
          </a:xfrm>
        </p:grpSpPr>
        <p:sp>
          <p:nvSpPr>
            <p:cNvPr name="Freeform 13" id="13"/>
            <p:cNvSpPr/>
            <p:nvPr/>
          </p:nvSpPr>
          <p:spPr>
            <a:xfrm flipH="false" flipV="false" rot="0">
              <a:off x="0" y="0"/>
              <a:ext cx="1131733" cy="1107757"/>
            </a:xfrm>
            <a:custGeom>
              <a:avLst/>
              <a:gdLst/>
              <a:ahLst/>
              <a:cxnLst/>
              <a:rect r="r" b="b" t="t" l="l"/>
              <a:pathLst>
                <a:path h="1107757" w="1131733">
                  <a:moveTo>
                    <a:pt x="0" y="0"/>
                  </a:moveTo>
                  <a:lnTo>
                    <a:pt x="1131733" y="0"/>
                  </a:lnTo>
                  <a:lnTo>
                    <a:pt x="1131733" y="1107757"/>
                  </a:lnTo>
                  <a:lnTo>
                    <a:pt x="0" y="1107757"/>
                  </a:lnTo>
                  <a:close/>
                </a:path>
              </a:pathLst>
            </a:custGeom>
            <a:solidFill>
              <a:srgbClr val="CFF4FF"/>
            </a:solidFill>
            <a:ln w="19050" cap="sq">
              <a:solidFill>
                <a:srgbClr val="FFFFFF"/>
              </a:solidFill>
              <a:prstDash val="solid"/>
              <a:miter/>
            </a:ln>
          </p:spPr>
        </p:sp>
        <p:sp>
          <p:nvSpPr>
            <p:cNvPr name="TextBox 14" id="14"/>
            <p:cNvSpPr txBox="true"/>
            <p:nvPr/>
          </p:nvSpPr>
          <p:spPr>
            <a:xfrm>
              <a:off x="0" y="-38100"/>
              <a:ext cx="1131733" cy="1145857"/>
            </a:xfrm>
            <a:prstGeom prst="rect">
              <a:avLst/>
            </a:prstGeom>
          </p:spPr>
          <p:txBody>
            <a:bodyPr anchor="ctr" rtlCol="false" tIns="50800" lIns="50800" bIns="50800" rIns="50800"/>
            <a:lstStyle/>
            <a:p>
              <a:pPr algn="ctr">
                <a:lnSpc>
                  <a:spcPts val="2605"/>
                </a:lnSpc>
              </a:pPr>
            </a:p>
          </p:txBody>
        </p:sp>
      </p:grpSp>
      <p:sp>
        <p:nvSpPr>
          <p:cNvPr name="Freeform 15" id="15"/>
          <p:cNvSpPr/>
          <p:nvPr/>
        </p:nvSpPr>
        <p:spPr>
          <a:xfrm flipH="false" flipV="false" rot="1313163">
            <a:off x="14330817" y="-1655690"/>
            <a:ext cx="9085628" cy="5368780"/>
          </a:xfrm>
          <a:custGeom>
            <a:avLst/>
            <a:gdLst/>
            <a:ahLst/>
            <a:cxnLst/>
            <a:rect r="r" b="b" t="t" l="l"/>
            <a:pathLst>
              <a:path h="5368780" w="9085628">
                <a:moveTo>
                  <a:pt x="0" y="0"/>
                </a:moveTo>
                <a:lnTo>
                  <a:pt x="9085629" y="0"/>
                </a:lnTo>
                <a:lnTo>
                  <a:pt x="9085629" y="5368780"/>
                </a:lnTo>
                <a:lnTo>
                  <a:pt x="0" y="5368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5045356" y="1718581"/>
            <a:ext cx="8197288" cy="1642984"/>
          </a:xfrm>
          <a:prstGeom prst="rect">
            <a:avLst/>
          </a:prstGeom>
        </p:spPr>
        <p:txBody>
          <a:bodyPr anchor="t" rtlCol="false" tIns="0" lIns="0" bIns="0" rIns="0">
            <a:spAutoFit/>
          </a:bodyPr>
          <a:lstStyle/>
          <a:p>
            <a:pPr algn="ctr">
              <a:lnSpc>
                <a:spcPts val="6451"/>
              </a:lnSpc>
            </a:pPr>
            <a:r>
              <a:rPr lang="en-US" sz="5376">
                <a:solidFill>
                  <a:srgbClr val="FFFFFF"/>
                </a:solidFill>
                <a:latin typeface="Now Bold"/>
              </a:rPr>
              <a:t>FUTURE SCOPE</a:t>
            </a:r>
          </a:p>
          <a:p>
            <a:pPr algn="ctr" marL="0" indent="0" lvl="0">
              <a:lnSpc>
                <a:spcPts val="6451"/>
              </a:lnSpc>
              <a:spcBef>
                <a:spcPct val="0"/>
              </a:spcBef>
            </a:pPr>
          </a:p>
        </p:txBody>
      </p:sp>
      <p:sp>
        <p:nvSpPr>
          <p:cNvPr name="TextBox 17" id="17"/>
          <p:cNvSpPr txBox="true"/>
          <p:nvPr/>
        </p:nvSpPr>
        <p:spPr>
          <a:xfrm rot="0">
            <a:off x="2723173" y="6181300"/>
            <a:ext cx="3432147" cy="385572"/>
          </a:xfrm>
          <a:prstGeom prst="rect">
            <a:avLst/>
          </a:prstGeom>
        </p:spPr>
        <p:txBody>
          <a:bodyPr anchor="t" rtlCol="false" tIns="0" lIns="0" bIns="0" rIns="0">
            <a:spAutoFit/>
          </a:bodyPr>
          <a:lstStyle/>
          <a:p>
            <a:pPr algn="ctr" marL="0" indent="0" lvl="0">
              <a:lnSpc>
                <a:spcPts val="3174"/>
              </a:lnSpc>
              <a:spcBef>
                <a:spcPct val="0"/>
              </a:spcBef>
            </a:pPr>
            <a:r>
              <a:rPr lang="en-US" sz="2300">
                <a:solidFill>
                  <a:srgbClr val="0071C9"/>
                </a:solidFill>
                <a:latin typeface="DM Sans Bold"/>
              </a:rPr>
              <a:t>THERMAL IMAGE</a:t>
            </a:r>
          </a:p>
        </p:txBody>
      </p:sp>
      <p:sp>
        <p:nvSpPr>
          <p:cNvPr name="TextBox 18" id="18"/>
          <p:cNvSpPr txBox="true"/>
          <p:nvPr/>
        </p:nvSpPr>
        <p:spPr>
          <a:xfrm rot="0">
            <a:off x="7474308" y="6183254"/>
            <a:ext cx="3339384" cy="352044"/>
          </a:xfrm>
          <a:prstGeom prst="rect">
            <a:avLst/>
          </a:prstGeom>
        </p:spPr>
        <p:txBody>
          <a:bodyPr anchor="t" rtlCol="false" tIns="0" lIns="0" bIns="0" rIns="0">
            <a:spAutoFit/>
          </a:bodyPr>
          <a:lstStyle/>
          <a:p>
            <a:pPr algn="ctr" marL="0" indent="0" lvl="0">
              <a:lnSpc>
                <a:spcPts val="2898"/>
              </a:lnSpc>
              <a:spcBef>
                <a:spcPct val="0"/>
              </a:spcBef>
            </a:pPr>
            <a:r>
              <a:rPr lang="en-US" sz="2100">
                <a:solidFill>
                  <a:srgbClr val="0071C9"/>
                </a:solidFill>
                <a:latin typeface="DM Sans Bold"/>
              </a:rPr>
              <a:t>EYE MOTION TRACKING</a:t>
            </a:r>
          </a:p>
        </p:txBody>
      </p:sp>
      <p:sp>
        <p:nvSpPr>
          <p:cNvPr name="TextBox 19" id="19"/>
          <p:cNvSpPr txBox="true"/>
          <p:nvPr/>
        </p:nvSpPr>
        <p:spPr>
          <a:xfrm rot="0">
            <a:off x="12342350" y="6254824"/>
            <a:ext cx="3008014" cy="385572"/>
          </a:xfrm>
          <a:prstGeom prst="rect">
            <a:avLst/>
          </a:prstGeom>
        </p:spPr>
        <p:txBody>
          <a:bodyPr anchor="t" rtlCol="false" tIns="0" lIns="0" bIns="0" rIns="0">
            <a:spAutoFit/>
          </a:bodyPr>
          <a:lstStyle/>
          <a:p>
            <a:pPr algn="ctr" marL="0" indent="0" lvl="0">
              <a:lnSpc>
                <a:spcPts val="3174"/>
              </a:lnSpc>
              <a:spcBef>
                <a:spcPct val="0"/>
              </a:spcBef>
            </a:pPr>
            <a:r>
              <a:rPr lang="en-US" sz="2300">
                <a:solidFill>
                  <a:srgbClr val="0071C9"/>
                </a:solidFill>
                <a:latin typeface="DM Sans Bold"/>
              </a:rPr>
              <a:t>POSTURE DETECTION</a:t>
            </a:r>
          </a:p>
        </p:txBody>
      </p:sp>
      <p:sp>
        <p:nvSpPr>
          <p:cNvPr name="TextBox 20" id="20"/>
          <p:cNvSpPr txBox="true"/>
          <p:nvPr/>
        </p:nvSpPr>
        <p:spPr>
          <a:xfrm rot="0">
            <a:off x="2531243" y="6691571"/>
            <a:ext cx="3816006" cy="1438526"/>
          </a:xfrm>
          <a:prstGeom prst="rect">
            <a:avLst/>
          </a:prstGeom>
        </p:spPr>
        <p:txBody>
          <a:bodyPr anchor="t" rtlCol="false" tIns="0" lIns="0" bIns="0" rIns="0">
            <a:spAutoFit/>
          </a:bodyPr>
          <a:lstStyle/>
          <a:p>
            <a:pPr algn="ctr" marL="0" indent="0" lvl="0">
              <a:lnSpc>
                <a:spcPts val="2859"/>
              </a:lnSpc>
              <a:spcBef>
                <a:spcPct val="0"/>
              </a:spcBef>
            </a:pPr>
            <a:r>
              <a:rPr lang="en-US" sz="2072">
                <a:solidFill>
                  <a:srgbClr val="000000"/>
                </a:solidFill>
                <a:latin typeface="DM Sans"/>
              </a:rPr>
              <a:t>To make the model flexible such that it can also predict for the videos recorded using thermal imaging cameras.</a:t>
            </a:r>
          </a:p>
        </p:txBody>
      </p:sp>
      <p:sp>
        <p:nvSpPr>
          <p:cNvPr name="TextBox 21" id="21"/>
          <p:cNvSpPr txBox="true"/>
          <p:nvPr/>
        </p:nvSpPr>
        <p:spPr>
          <a:xfrm rot="0">
            <a:off x="7235997" y="6602296"/>
            <a:ext cx="3816006" cy="1800476"/>
          </a:xfrm>
          <a:prstGeom prst="rect">
            <a:avLst/>
          </a:prstGeom>
        </p:spPr>
        <p:txBody>
          <a:bodyPr anchor="t" rtlCol="false" tIns="0" lIns="0" bIns="0" rIns="0">
            <a:spAutoFit/>
          </a:bodyPr>
          <a:lstStyle/>
          <a:p>
            <a:pPr algn="ctr" marL="0" indent="0" lvl="0">
              <a:lnSpc>
                <a:spcPts val="2859"/>
              </a:lnSpc>
              <a:spcBef>
                <a:spcPct val="0"/>
              </a:spcBef>
            </a:pPr>
            <a:r>
              <a:rPr lang="en-US" sz="2072">
                <a:solidFill>
                  <a:srgbClr val="000000"/>
                </a:solidFill>
                <a:latin typeface="DM Sans"/>
              </a:rPr>
              <a:t>The model can be extended to record the count of number of times movement is detected and identify coordinate changes</a:t>
            </a:r>
          </a:p>
        </p:txBody>
      </p:sp>
      <p:sp>
        <p:nvSpPr>
          <p:cNvPr name="TextBox 22" id="22"/>
          <p:cNvSpPr txBox="true"/>
          <p:nvPr/>
        </p:nvSpPr>
        <p:spPr>
          <a:xfrm rot="0">
            <a:off x="11938355" y="6709747"/>
            <a:ext cx="3816006" cy="1438526"/>
          </a:xfrm>
          <a:prstGeom prst="rect">
            <a:avLst/>
          </a:prstGeom>
        </p:spPr>
        <p:txBody>
          <a:bodyPr anchor="t" rtlCol="false" tIns="0" lIns="0" bIns="0" rIns="0">
            <a:spAutoFit/>
          </a:bodyPr>
          <a:lstStyle/>
          <a:p>
            <a:pPr algn="ctr" marL="0" indent="0" lvl="0">
              <a:lnSpc>
                <a:spcPts val="2859"/>
              </a:lnSpc>
              <a:spcBef>
                <a:spcPct val="0"/>
              </a:spcBef>
            </a:pPr>
            <a:r>
              <a:rPr lang="en-US" sz="2072">
                <a:solidFill>
                  <a:srgbClr val="000000"/>
                </a:solidFill>
                <a:latin typeface="DM Sans"/>
              </a:rPr>
              <a:t>Detection of angles at joints in the posture can be worked upon in addition to the already present other angles</a:t>
            </a:r>
          </a:p>
        </p:txBody>
      </p:sp>
      <p:sp>
        <p:nvSpPr>
          <p:cNvPr name="Freeform 23" id="23"/>
          <p:cNvSpPr/>
          <p:nvPr/>
        </p:nvSpPr>
        <p:spPr>
          <a:xfrm flipH="false" flipV="false" rot="0">
            <a:off x="3793332" y="4507372"/>
            <a:ext cx="1123825" cy="1375274"/>
          </a:xfrm>
          <a:custGeom>
            <a:avLst/>
            <a:gdLst/>
            <a:ahLst/>
            <a:cxnLst/>
            <a:rect r="r" b="b" t="t" l="l"/>
            <a:pathLst>
              <a:path h="1375274" w="1123825">
                <a:moveTo>
                  <a:pt x="0" y="0"/>
                </a:moveTo>
                <a:lnTo>
                  <a:pt x="1123825" y="0"/>
                </a:lnTo>
                <a:lnTo>
                  <a:pt x="1123825" y="1375274"/>
                </a:lnTo>
                <a:lnTo>
                  <a:pt x="0" y="13752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8220884" y="4273762"/>
            <a:ext cx="1842493" cy="1842493"/>
          </a:xfrm>
          <a:custGeom>
            <a:avLst/>
            <a:gdLst/>
            <a:ahLst/>
            <a:cxnLst/>
            <a:rect r="r" b="b" t="t" l="l"/>
            <a:pathLst>
              <a:path h="1842493" w="1842493">
                <a:moveTo>
                  <a:pt x="0" y="0"/>
                </a:moveTo>
                <a:lnTo>
                  <a:pt x="1842493" y="0"/>
                </a:lnTo>
                <a:lnTo>
                  <a:pt x="1842493" y="1842493"/>
                </a:lnTo>
                <a:lnTo>
                  <a:pt x="0" y="18424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0">
            <a:off x="13505692" y="4378012"/>
            <a:ext cx="681331" cy="1810138"/>
          </a:xfrm>
          <a:custGeom>
            <a:avLst/>
            <a:gdLst/>
            <a:ahLst/>
            <a:cxnLst/>
            <a:rect r="r" b="b" t="t" l="l"/>
            <a:pathLst>
              <a:path h="1810138" w="681331">
                <a:moveTo>
                  <a:pt x="0" y="0"/>
                </a:moveTo>
                <a:lnTo>
                  <a:pt x="681331" y="0"/>
                </a:lnTo>
                <a:lnTo>
                  <a:pt x="681331" y="1810137"/>
                </a:lnTo>
                <a:lnTo>
                  <a:pt x="0" y="18101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grpSp>
        <p:nvGrpSpPr>
          <p:cNvPr name="Group 2" id="2"/>
          <p:cNvGrpSpPr/>
          <p:nvPr/>
        </p:nvGrpSpPr>
        <p:grpSpPr>
          <a:xfrm rot="0">
            <a:off x="6681894" y="3085795"/>
            <a:ext cx="4298946" cy="1223784"/>
            <a:chOff x="0" y="0"/>
            <a:chExt cx="2565722" cy="730386"/>
          </a:xfrm>
        </p:grpSpPr>
        <p:sp>
          <p:nvSpPr>
            <p:cNvPr name="Freeform 3" id="3"/>
            <p:cNvSpPr/>
            <p:nvPr/>
          </p:nvSpPr>
          <p:spPr>
            <a:xfrm flipH="false" flipV="false" rot="0">
              <a:off x="0" y="0"/>
              <a:ext cx="2565722" cy="730386"/>
            </a:xfrm>
            <a:custGeom>
              <a:avLst/>
              <a:gdLst/>
              <a:ahLst/>
              <a:cxnLst/>
              <a:rect r="r" b="b" t="t" l="l"/>
              <a:pathLst>
                <a:path h="730386" w="2565722">
                  <a:moveTo>
                    <a:pt x="0" y="0"/>
                  </a:moveTo>
                  <a:lnTo>
                    <a:pt x="2362522" y="0"/>
                  </a:lnTo>
                  <a:lnTo>
                    <a:pt x="2565722" y="365193"/>
                  </a:lnTo>
                  <a:lnTo>
                    <a:pt x="2362522" y="730386"/>
                  </a:lnTo>
                  <a:lnTo>
                    <a:pt x="0" y="730386"/>
                  </a:lnTo>
                  <a:lnTo>
                    <a:pt x="203200" y="365193"/>
                  </a:lnTo>
                  <a:lnTo>
                    <a:pt x="0" y="0"/>
                  </a:lnTo>
                  <a:close/>
                </a:path>
              </a:pathLst>
            </a:custGeom>
            <a:solidFill>
              <a:srgbClr val="145DA0"/>
            </a:solidFill>
          </p:spPr>
        </p:sp>
        <p:sp>
          <p:nvSpPr>
            <p:cNvPr name="TextBox 4" id="4"/>
            <p:cNvSpPr txBox="true"/>
            <p:nvPr/>
          </p:nvSpPr>
          <p:spPr>
            <a:xfrm>
              <a:off x="177800" y="-38100"/>
              <a:ext cx="2311722" cy="768486"/>
            </a:xfrm>
            <a:prstGeom prst="rect">
              <a:avLst/>
            </a:prstGeom>
          </p:spPr>
          <p:txBody>
            <a:bodyPr anchor="ctr" rtlCol="false" tIns="50800" lIns="50800" bIns="50800" rIns="50800"/>
            <a:lstStyle/>
            <a:p>
              <a:pPr algn="ctr">
                <a:lnSpc>
                  <a:spcPts val="2605"/>
                </a:lnSpc>
              </a:pPr>
            </a:p>
          </p:txBody>
        </p:sp>
      </p:grpSp>
      <p:grpSp>
        <p:nvGrpSpPr>
          <p:cNvPr name="Group 5" id="5"/>
          <p:cNvGrpSpPr/>
          <p:nvPr/>
        </p:nvGrpSpPr>
        <p:grpSpPr>
          <a:xfrm rot="-10800000">
            <a:off x="5683624" y="4309579"/>
            <a:ext cx="4298946" cy="1223784"/>
            <a:chOff x="0" y="0"/>
            <a:chExt cx="2565722" cy="730386"/>
          </a:xfrm>
        </p:grpSpPr>
        <p:sp>
          <p:nvSpPr>
            <p:cNvPr name="Freeform 6" id="6"/>
            <p:cNvSpPr/>
            <p:nvPr/>
          </p:nvSpPr>
          <p:spPr>
            <a:xfrm flipH="false" flipV="false" rot="0">
              <a:off x="0" y="0"/>
              <a:ext cx="2565722" cy="730386"/>
            </a:xfrm>
            <a:custGeom>
              <a:avLst/>
              <a:gdLst/>
              <a:ahLst/>
              <a:cxnLst/>
              <a:rect r="r" b="b" t="t" l="l"/>
              <a:pathLst>
                <a:path h="730386" w="2565722">
                  <a:moveTo>
                    <a:pt x="0" y="0"/>
                  </a:moveTo>
                  <a:lnTo>
                    <a:pt x="2362522" y="0"/>
                  </a:lnTo>
                  <a:lnTo>
                    <a:pt x="2565722" y="365193"/>
                  </a:lnTo>
                  <a:lnTo>
                    <a:pt x="2362522" y="730386"/>
                  </a:lnTo>
                  <a:lnTo>
                    <a:pt x="0" y="730386"/>
                  </a:lnTo>
                  <a:lnTo>
                    <a:pt x="203200" y="365193"/>
                  </a:lnTo>
                  <a:lnTo>
                    <a:pt x="0" y="0"/>
                  </a:lnTo>
                  <a:close/>
                </a:path>
              </a:pathLst>
            </a:custGeom>
            <a:solidFill>
              <a:srgbClr val="0071C9"/>
            </a:solidFill>
          </p:spPr>
        </p:sp>
        <p:sp>
          <p:nvSpPr>
            <p:cNvPr name="TextBox 7" id="7"/>
            <p:cNvSpPr txBox="true"/>
            <p:nvPr/>
          </p:nvSpPr>
          <p:spPr>
            <a:xfrm>
              <a:off x="177800" y="-38100"/>
              <a:ext cx="2311722" cy="768486"/>
            </a:xfrm>
            <a:prstGeom prst="rect">
              <a:avLst/>
            </a:prstGeom>
          </p:spPr>
          <p:txBody>
            <a:bodyPr anchor="ctr" rtlCol="false" tIns="50800" lIns="50800" bIns="50800" rIns="50800"/>
            <a:lstStyle/>
            <a:p>
              <a:pPr algn="ctr">
                <a:lnSpc>
                  <a:spcPts val="2605"/>
                </a:lnSpc>
              </a:pPr>
            </a:p>
          </p:txBody>
        </p:sp>
      </p:grpSp>
      <p:grpSp>
        <p:nvGrpSpPr>
          <p:cNvPr name="Group 8" id="8"/>
          <p:cNvGrpSpPr/>
          <p:nvPr/>
        </p:nvGrpSpPr>
        <p:grpSpPr>
          <a:xfrm rot="0">
            <a:off x="7368203" y="5533363"/>
            <a:ext cx="4298946" cy="1223784"/>
            <a:chOff x="0" y="0"/>
            <a:chExt cx="2565722" cy="730386"/>
          </a:xfrm>
        </p:grpSpPr>
        <p:sp>
          <p:nvSpPr>
            <p:cNvPr name="Freeform 9" id="9"/>
            <p:cNvSpPr/>
            <p:nvPr/>
          </p:nvSpPr>
          <p:spPr>
            <a:xfrm flipH="false" flipV="false" rot="0">
              <a:off x="0" y="0"/>
              <a:ext cx="2565722" cy="730386"/>
            </a:xfrm>
            <a:custGeom>
              <a:avLst/>
              <a:gdLst/>
              <a:ahLst/>
              <a:cxnLst/>
              <a:rect r="r" b="b" t="t" l="l"/>
              <a:pathLst>
                <a:path h="730386" w="2565722">
                  <a:moveTo>
                    <a:pt x="0" y="0"/>
                  </a:moveTo>
                  <a:lnTo>
                    <a:pt x="2362522" y="0"/>
                  </a:lnTo>
                  <a:lnTo>
                    <a:pt x="2565722" y="365193"/>
                  </a:lnTo>
                  <a:lnTo>
                    <a:pt x="2362522" y="730386"/>
                  </a:lnTo>
                  <a:lnTo>
                    <a:pt x="0" y="730386"/>
                  </a:lnTo>
                  <a:lnTo>
                    <a:pt x="203200" y="365193"/>
                  </a:lnTo>
                  <a:lnTo>
                    <a:pt x="0" y="0"/>
                  </a:lnTo>
                  <a:close/>
                </a:path>
              </a:pathLst>
            </a:custGeom>
            <a:solidFill>
              <a:srgbClr val="56AEFF"/>
            </a:solidFill>
          </p:spPr>
        </p:sp>
        <p:sp>
          <p:nvSpPr>
            <p:cNvPr name="TextBox 10" id="10"/>
            <p:cNvSpPr txBox="true"/>
            <p:nvPr/>
          </p:nvSpPr>
          <p:spPr>
            <a:xfrm>
              <a:off x="177800" y="-38100"/>
              <a:ext cx="2311722" cy="768486"/>
            </a:xfrm>
            <a:prstGeom prst="rect">
              <a:avLst/>
            </a:prstGeom>
          </p:spPr>
          <p:txBody>
            <a:bodyPr anchor="ctr" rtlCol="false" tIns="50800" lIns="50800" bIns="50800" rIns="50800"/>
            <a:lstStyle/>
            <a:p>
              <a:pPr algn="ctr">
                <a:lnSpc>
                  <a:spcPts val="2605"/>
                </a:lnSpc>
              </a:pPr>
            </a:p>
          </p:txBody>
        </p:sp>
      </p:grpSp>
      <p:grpSp>
        <p:nvGrpSpPr>
          <p:cNvPr name="Group 11" id="11"/>
          <p:cNvGrpSpPr/>
          <p:nvPr/>
        </p:nvGrpSpPr>
        <p:grpSpPr>
          <a:xfrm rot="-10800000">
            <a:off x="6369933" y="6757147"/>
            <a:ext cx="4298946" cy="1223784"/>
            <a:chOff x="0" y="0"/>
            <a:chExt cx="2565722" cy="730386"/>
          </a:xfrm>
        </p:grpSpPr>
        <p:sp>
          <p:nvSpPr>
            <p:cNvPr name="Freeform 12" id="12"/>
            <p:cNvSpPr/>
            <p:nvPr/>
          </p:nvSpPr>
          <p:spPr>
            <a:xfrm flipH="false" flipV="false" rot="0">
              <a:off x="0" y="0"/>
              <a:ext cx="2565722" cy="730386"/>
            </a:xfrm>
            <a:custGeom>
              <a:avLst/>
              <a:gdLst/>
              <a:ahLst/>
              <a:cxnLst/>
              <a:rect r="r" b="b" t="t" l="l"/>
              <a:pathLst>
                <a:path h="730386" w="2565722">
                  <a:moveTo>
                    <a:pt x="0" y="0"/>
                  </a:moveTo>
                  <a:lnTo>
                    <a:pt x="2362522" y="0"/>
                  </a:lnTo>
                  <a:lnTo>
                    <a:pt x="2565722" y="365193"/>
                  </a:lnTo>
                  <a:lnTo>
                    <a:pt x="2362522" y="730386"/>
                  </a:lnTo>
                  <a:lnTo>
                    <a:pt x="0" y="730386"/>
                  </a:lnTo>
                  <a:lnTo>
                    <a:pt x="203200" y="365193"/>
                  </a:lnTo>
                  <a:lnTo>
                    <a:pt x="0" y="0"/>
                  </a:lnTo>
                  <a:close/>
                </a:path>
              </a:pathLst>
            </a:custGeom>
            <a:solidFill>
              <a:srgbClr val="4BD1FB"/>
            </a:solidFill>
          </p:spPr>
        </p:sp>
        <p:sp>
          <p:nvSpPr>
            <p:cNvPr name="TextBox 13" id="13"/>
            <p:cNvSpPr txBox="true"/>
            <p:nvPr/>
          </p:nvSpPr>
          <p:spPr>
            <a:xfrm>
              <a:off x="177800" y="-38100"/>
              <a:ext cx="2311722" cy="768486"/>
            </a:xfrm>
            <a:prstGeom prst="rect">
              <a:avLst/>
            </a:prstGeom>
          </p:spPr>
          <p:txBody>
            <a:bodyPr anchor="ctr" rtlCol="false" tIns="50800" lIns="50800" bIns="50800" rIns="50800"/>
            <a:lstStyle/>
            <a:p>
              <a:pPr algn="ctr">
                <a:lnSpc>
                  <a:spcPts val="2605"/>
                </a:lnSpc>
              </a:pPr>
            </a:p>
          </p:txBody>
        </p:sp>
      </p:grpSp>
      <p:sp>
        <p:nvSpPr>
          <p:cNvPr name="TextBox 14" id="14"/>
          <p:cNvSpPr txBox="true"/>
          <p:nvPr/>
        </p:nvSpPr>
        <p:spPr>
          <a:xfrm rot="0">
            <a:off x="6415206" y="4569242"/>
            <a:ext cx="2835782" cy="647308"/>
          </a:xfrm>
          <a:prstGeom prst="rect">
            <a:avLst/>
          </a:prstGeom>
        </p:spPr>
        <p:txBody>
          <a:bodyPr anchor="t" rtlCol="false" tIns="0" lIns="0" bIns="0" rIns="0">
            <a:spAutoFit/>
          </a:bodyPr>
          <a:lstStyle/>
          <a:p>
            <a:pPr algn="ctr" marL="0" indent="0" lvl="0">
              <a:lnSpc>
                <a:spcPts val="5356"/>
              </a:lnSpc>
              <a:spcBef>
                <a:spcPct val="0"/>
              </a:spcBef>
            </a:pPr>
            <a:r>
              <a:rPr lang="en-US" sz="3881">
                <a:solidFill>
                  <a:srgbClr val="051D40"/>
                </a:solidFill>
                <a:latin typeface="DM Sans Bold"/>
              </a:rPr>
              <a:t>February</a:t>
            </a:r>
          </a:p>
        </p:txBody>
      </p:sp>
      <p:sp>
        <p:nvSpPr>
          <p:cNvPr name="TextBox 15" id="15"/>
          <p:cNvSpPr txBox="true"/>
          <p:nvPr/>
        </p:nvSpPr>
        <p:spPr>
          <a:xfrm rot="0">
            <a:off x="7413476" y="3345459"/>
            <a:ext cx="2835782" cy="647308"/>
          </a:xfrm>
          <a:prstGeom prst="rect">
            <a:avLst/>
          </a:prstGeom>
        </p:spPr>
        <p:txBody>
          <a:bodyPr anchor="t" rtlCol="false" tIns="0" lIns="0" bIns="0" rIns="0">
            <a:spAutoFit/>
          </a:bodyPr>
          <a:lstStyle/>
          <a:p>
            <a:pPr algn="ctr" marL="0" indent="0" lvl="0">
              <a:lnSpc>
                <a:spcPts val="5356"/>
              </a:lnSpc>
              <a:spcBef>
                <a:spcPct val="0"/>
              </a:spcBef>
            </a:pPr>
            <a:r>
              <a:rPr lang="en-US" sz="3881">
                <a:solidFill>
                  <a:srgbClr val="051D40"/>
                </a:solidFill>
                <a:latin typeface="DM Sans Bold"/>
              </a:rPr>
              <a:t>January</a:t>
            </a:r>
          </a:p>
        </p:txBody>
      </p:sp>
      <p:sp>
        <p:nvSpPr>
          <p:cNvPr name="TextBox 16" id="16"/>
          <p:cNvSpPr txBox="true"/>
          <p:nvPr/>
        </p:nvSpPr>
        <p:spPr>
          <a:xfrm rot="0">
            <a:off x="11152703" y="3161254"/>
            <a:ext cx="6106597" cy="1106188"/>
          </a:xfrm>
          <a:prstGeom prst="rect">
            <a:avLst/>
          </a:prstGeom>
        </p:spPr>
        <p:txBody>
          <a:bodyPr anchor="t" rtlCol="false" tIns="0" lIns="0" bIns="0" rIns="0">
            <a:spAutoFit/>
          </a:bodyPr>
          <a:lstStyle/>
          <a:p>
            <a:pPr marL="0" indent="0" lvl="0">
              <a:lnSpc>
                <a:spcPts val="2937"/>
              </a:lnSpc>
            </a:pPr>
            <a:r>
              <a:rPr lang="en-US" sz="2330">
                <a:solidFill>
                  <a:srgbClr val="FFFFFF"/>
                </a:solidFill>
                <a:latin typeface="DM Sans"/>
              </a:rPr>
              <a:t>In this month we familiarized ourselves with the frameworks and libraries that were need and learned from various courses online.</a:t>
            </a:r>
          </a:p>
        </p:txBody>
      </p:sp>
      <p:sp>
        <p:nvSpPr>
          <p:cNvPr name="TextBox 17" id="17"/>
          <p:cNvSpPr txBox="true"/>
          <p:nvPr/>
        </p:nvSpPr>
        <p:spPr>
          <a:xfrm rot="0">
            <a:off x="8011718" y="5793026"/>
            <a:ext cx="2835782" cy="647308"/>
          </a:xfrm>
          <a:prstGeom prst="rect">
            <a:avLst/>
          </a:prstGeom>
        </p:spPr>
        <p:txBody>
          <a:bodyPr anchor="t" rtlCol="false" tIns="0" lIns="0" bIns="0" rIns="0">
            <a:spAutoFit/>
          </a:bodyPr>
          <a:lstStyle/>
          <a:p>
            <a:pPr algn="ctr" marL="0" indent="0" lvl="0">
              <a:lnSpc>
                <a:spcPts val="5356"/>
              </a:lnSpc>
              <a:spcBef>
                <a:spcPct val="0"/>
              </a:spcBef>
            </a:pPr>
            <a:r>
              <a:rPr lang="en-US" sz="3881">
                <a:solidFill>
                  <a:srgbClr val="051D40"/>
                </a:solidFill>
                <a:latin typeface="DM Sans Bold"/>
              </a:rPr>
              <a:t>March</a:t>
            </a:r>
          </a:p>
        </p:txBody>
      </p:sp>
      <p:sp>
        <p:nvSpPr>
          <p:cNvPr name="TextBox 18" id="18"/>
          <p:cNvSpPr txBox="true"/>
          <p:nvPr/>
        </p:nvSpPr>
        <p:spPr>
          <a:xfrm rot="0">
            <a:off x="7013448" y="7016810"/>
            <a:ext cx="2835782" cy="647308"/>
          </a:xfrm>
          <a:prstGeom prst="rect">
            <a:avLst/>
          </a:prstGeom>
        </p:spPr>
        <p:txBody>
          <a:bodyPr anchor="t" rtlCol="false" tIns="0" lIns="0" bIns="0" rIns="0">
            <a:spAutoFit/>
          </a:bodyPr>
          <a:lstStyle/>
          <a:p>
            <a:pPr algn="ctr" marL="0" indent="0" lvl="0">
              <a:lnSpc>
                <a:spcPts val="5356"/>
              </a:lnSpc>
              <a:spcBef>
                <a:spcPct val="0"/>
              </a:spcBef>
            </a:pPr>
            <a:r>
              <a:rPr lang="en-US" sz="3881">
                <a:solidFill>
                  <a:srgbClr val="051D40"/>
                </a:solidFill>
                <a:latin typeface="DM Sans Bold"/>
              </a:rPr>
              <a:t>April</a:t>
            </a:r>
          </a:p>
        </p:txBody>
      </p:sp>
      <p:sp>
        <p:nvSpPr>
          <p:cNvPr name="TextBox 19" id="19"/>
          <p:cNvSpPr txBox="true"/>
          <p:nvPr/>
        </p:nvSpPr>
        <p:spPr>
          <a:xfrm rot="0">
            <a:off x="0" y="4315186"/>
            <a:ext cx="5438531" cy="1477663"/>
          </a:xfrm>
          <a:prstGeom prst="rect">
            <a:avLst/>
          </a:prstGeom>
        </p:spPr>
        <p:txBody>
          <a:bodyPr anchor="t" rtlCol="false" tIns="0" lIns="0" bIns="0" rIns="0">
            <a:spAutoFit/>
          </a:bodyPr>
          <a:lstStyle/>
          <a:p>
            <a:pPr algn="r" marL="0" indent="0" lvl="0">
              <a:lnSpc>
                <a:spcPts val="2937"/>
              </a:lnSpc>
            </a:pPr>
            <a:r>
              <a:rPr lang="en-US" sz="2330">
                <a:solidFill>
                  <a:srgbClr val="FFFFFF"/>
                </a:solidFill>
                <a:latin typeface="DM Sans"/>
              </a:rPr>
              <a:t>We did the debugging of the existing models and worked on improvement in the model according to the need of this project.</a:t>
            </a:r>
          </a:p>
        </p:txBody>
      </p:sp>
      <p:sp>
        <p:nvSpPr>
          <p:cNvPr name="TextBox 20" id="20"/>
          <p:cNvSpPr txBox="true"/>
          <p:nvPr/>
        </p:nvSpPr>
        <p:spPr>
          <a:xfrm rot="0">
            <a:off x="11823209" y="5553355"/>
            <a:ext cx="6227253" cy="1106188"/>
          </a:xfrm>
          <a:prstGeom prst="rect">
            <a:avLst/>
          </a:prstGeom>
        </p:spPr>
        <p:txBody>
          <a:bodyPr anchor="t" rtlCol="false" tIns="0" lIns="0" bIns="0" rIns="0">
            <a:spAutoFit/>
          </a:bodyPr>
          <a:lstStyle/>
          <a:p>
            <a:pPr marL="0" indent="0" lvl="0">
              <a:lnSpc>
                <a:spcPts val="2937"/>
              </a:lnSpc>
            </a:pPr>
            <a:r>
              <a:rPr lang="en-US" sz="2330">
                <a:solidFill>
                  <a:srgbClr val="FFFFFF"/>
                </a:solidFill>
                <a:latin typeface="DM Sans"/>
              </a:rPr>
              <a:t>We worked on the integration of the model in the software along with the all the final touch that were needed to run the model smoothly.</a:t>
            </a:r>
          </a:p>
        </p:txBody>
      </p:sp>
      <p:sp>
        <p:nvSpPr>
          <p:cNvPr name="TextBox 21" id="21"/>
          <p:cNvSpPr txBox="true"/>
          <p:nvPr/>
        </p:nvSpPr>
        <p:spPr>
          <a:xfrm rot="0">
            <a:off x="1402974" y="6760788"/>
            <a:ext cx="4809534" cy="1106188"/>
          </a:xfrm>
          <a:prstGeom prst="rect">
            <a:avLst/>
          </a:prstGeom>
        </p:spPr>
        <p:txBody>
          <a:bodyPr anchor="t" rtlCol="false" tIns="0" lIns="0" bIns="0" rIns="0">
            <a:spAutoFit/>
          </a:bodyPr>
          <a:lstStyle/>
          <a:p>
            <a:pPr algn="r" marL="0" indent="0" lvl="0">
              <a:lnSpc>
                <a:spcPts val="2937"/>
              </a:lnSpc>
            </a:pPr>
            <a:r>
              <a:rPr lang="en-US" sz="2330">
                <a:solidFill>
                  <a:srgbClr val="FFFFFF"/>
                </a:solidFill>
                <a:latin typeface="DM Sans"/>
              </a:rPr>
              <a:t>We worked on the presentation part through slides and video to represent our model</a:t>
            </a:r>
            <a:r>
              <a:rPr lang="en-US" sz="2330" strike="noStrike" u="none">
                <a:solidFill>
                  <a:srgbClr val="FFFFFF"/>
                </a:solidFill>
                <a:latin typeface="DM Sans"/>
              </a:rPr>
              <a:t>.</a:t>
            </a:r>
          </a:p>
        </p:txBody>
      </p:sp>
      <p:sp>
        <p:nvSpPr>
          <p:cNvPr name="Freeform 22" id="22"/>
          <p:cNvSpPr/>
          <p:nvPr/>
        </p:nvSpPr>
        <p:spPr>
          <a:xfrm flipH="false" flipV="false" rot="0">
            <a:off x="-2519628" y="7227483"/>
            <a:ext cx="7086596" cy="7086596"/>
          </a:xfrm>
          <a:custGeom>
            <a:avLst/>
            <a:gdLst/>
            <a:ahLst/>
            <a:cxnLst/>
            <a:rect r="r" b="b" t="t" l="l"/>
            <a:pathLst>
              <a:path h="7086596" w="7086596">
                <a:moveTo>
                  <a:pt x="0" y="0"/>
                </a:moveTo>
                <a:lnTo>
                  <a:pt x="7086596" y="0"/>
                </a:lnTo>
                <a:lnTo>
                  <a:pt x="7086596" y="7086596"/>
                </a:lnTo>
                <a:lnTo>
                  <a:pt x="0" y="7086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10436461">
            <a:off x="14152110" y="-4118246"/>
            <a:ext cx="6566182" cy="6566182"/>
          </a:xfrm>
          <a:custGeom>
            <a:avLst/>
            <a:gdLst/>
            <a:ahLst/>
            <a:cxnLst/>
            <a:rect r="r" b="b" t="t" l="l"/>
            <a:pathLst>
              <a:path h="6566182" w="6566182">
                <a:moveTo>
                  <a:pt x="0" y="0"/>
                </a:moveTo>
                <a:lnTo>
                  <a:pt x="6566182" y="0"/>
                </a:lnTo>
                <a:lnTo>
                  <a:pt x="6566182" y="6566183"/>
                </a:lnTo>
                <a:lnTo>
                  <a:pt x="0" y="6566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4" id="24"/>
          <p:cNvSpPr txBox="true"/>
          <p:nvPr/>
        </p:nvSpPr>
        <p:spPr>
          <a:xfrm rot="0">
            <a:off x="5653015" y="538999"/>
            <a:ext cx="5556647" cy="1566544"/>
          </a:xfrm>
          <a:prstGeom prst="rect">
            <a:avLst/>
          </a:prstGeom>
        </p:spPr>
        <p:txBody>
          <a:bodyPr anchor="t" rtlCol="false" tIns="0" lIns="0" bIns="0" rIns="0">
            <a:spAutoFit/>
          </a:bodyPr>
          <a:lstStyle/>
          <a:p>
            <a:pPr algn="ctr">
              <a:lnSpc>
                <a:spcPts val="12880"/>
              </a:lnSpc>
            </a:pPr>
            <a:r>
              <a:rPr lang="en-US" sz="9200">
                <a:solidFill>
                  <a:srgbClr val="FFFFFF"/>
                </a:solidFill>
                <a:latin typeface="Canva Sans Bold"/>
              </a:rPr>
              <a:t>TIMELINE</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4458366" y="0"/>
            <a:ext cx="9658350" cy="10287000"/>
            <a:chOff x="0" y="0"/>
            <a:chExt cx="2543763" cy="2709333"/>
          </a:xfrm>
        </p:grpSpPr>
        <p:sp>
          <p:nvSpPr>
            <p:cNvPr name="Freeform 3" id="3"/>
            <p:cNvSpPr/>
            <p:nvPr/>
          </p:nvSpPr>
          <p:spPr>
            <a:xfrm flipH="false" flipV="false" rot="0">
              <a:off x="0" y="0"/>
              <a:ext cx="2543763" cy="2709333"/>
            </a:xfrm>
            <a:custGeom>
              <a:avLst/>
              <a:gdLst/>
              <a:ahLst/>
              <a:cxnLst/>
              <a:rect r="r" b="b" t="t" l="l"/>
              <a:pathLst>
                <a:path h="2709333" w="2543763">
                  <a:moveTo>
                    <a:pt x="0" y="0"/>
                  </a:moveTo>
                  <a:lnTo>
                    <a:pt x="2543763" y="0"/>
                  </a:lnTo>
                  <a:lnTo>
                    <a:pt x="2543763" y="2709333"/>
                  </a:lnTo>
                  <a:lnTo>
                    <a:pt x="0" y="2709333"/>
                  </a:lnTo>
                  <a:close/>
                </a:path>
              </a:pathLst>
            </a:custGeom>
            <a:solidFill>
              <a:srgbClr val="051D40">
                <a:alpha val="74902"/>
              </a:srgbClr>
            </a:solidFill>
          </p:spPr>
        </p:sp>
        <p:sp>
          <p:nvSpPr>
            <p:cNvPr name="TextBox 4" id="4"/>
            <p:cNvSpPr txBox="true"/>
            <p:nvPr/>
          </p:nvSpPr>
          <p:spPr>
            <a:xfrm>
              <a:off x="0" y="-38100"/>
              <a:ext cx="2543763" cy="2747433"/>
            </a:xfrm>
            <a:prstGeom prst="rect">
              <a:avLst/>
            </a:prstGeom>
          </p:spPr>
          <p:txBody>
            <a:bodyPr anchor="ctr" rtlCol="false" tIns="50800" lIns="50800" bIns="50800" rIns="50800"/>
            <a:lstStyle/>
            <a:p>
              <a:pPr algn="ctr">
                <a:lnSpc>
                  <a:spcPts val="2605"/>
                </a:lnSpc>
              </a:pPr>
            </a:p>
          </p:txBody>
        </p:sp>
      </p:grpSp>
      <p:sp>
        <p:nvSpPr>
          <p:cNvPr name="AutoShape 5" id="5"/>
          <p:cNvSpPr/>
          <p:nvPr/>
        </p:nvSpPr>
        <p:spPr>
          <a:xfrm>
            <a:off x="5381294" y="3836219"/>
            <a:ext cx="8735422" cy="0"/>
          </a:xfrm>
          <a:prstGeom prst="line">
            <a:avLst/>
          </a:prstGeom>
          <a:ln cap="flat" w="47625">
            <a:solidFill>
              <a:srgbClr val="145DA0"/>
            </a:solidFill>
            <a:prstDash val="solid"/>
            <a:headEnd type="none" len="sm" w="sm"/>
            <a:tailEnd type="none" len="sm" w="sm"/>
          </a:ln>
        </p:spPr>
      </p:sp>
      <p:sp>
        <p:nvSpPr>
          <p:cNvPr name="AutoShape 6" id="6"/>
          <p:cNvSpPr/>
          <p:nvPr/>
        </p:nvSpPr>
        <p:spPr>
          <a:xfrm>
            <a:off x="5021151" y="9130445"/>
            <a:ext cx="8735422" cy="0"/>
          </a:xfrm>
          <a:prstGeom prst="line">
            <a:avLst/>
          </a:prstGeom>
          <a:ln cap="flat" w="47625">
            <a:solidFill>
              <a:srgbClr val="145DA0"/>
            </a:solidFill>
            <a:prstDash val="solid"/>
            <a:headEnd type="none" len="sm" w="sm"/>
            <a:tailEnd type="none" len="sm" w="sm"/>
          </a:ln>
        </p:spPr>
      </p:sp>
      <p:sp>
        <p:nvSpPr>
          <p:cNvPr name="TextBox 7" id="7"/>
          <p:cNvSpPr txBox="true"/>
          <p:nvPr/>
        </p:nvSpPr>
        <p:spPr>
          <a:xfrm rot="0">
            <a:off x="7159375" y="1301542"/>
            <a:ext cx="4256332" cy="628474"/>
          </a:xfrm>
          <a:prstGeom prst="rect">
            <a:avLst/>
          </a:prstGeom>
        </p:spPr>
        <p:txBody>
          <a:bodyPr anchor="t" rtlCol="false" tIns="0" lIns="0" bIns="0" rIns="0">
            <a:spAutoFit/>
          </a:bodyPr>
          <a:lstStyle/>
          <a:p>
            <a:pPr algn="ctr" marL="0" indent="0" lvl="0">
              <a:lnSpc>
                <a:spcPts val="5185"/>
              </a:lnSpc>
              <a:spcBef>
                <a:spcPct val="0"/>
              </a:spcBef>
            </a:pPr>
            <a:r>
              <a:rPr lang="en-US" sz="3757">
                <a:solidFill>
                  <a:srgbClr val="4BD1FB"/>
                </a:solidFill>
                <a:latin typeface="DM Sans Bold"/>
              </a:rPr>
              <a:t>VIDEO LINK</a:t>
            </a:r>
          </a:p>
        </p:txBody>
      </p:sp>
      <p:sp>
        <p:nvSpPr>
          <p:cNvPr name="TextBox 8" id="8"/>
          <p:cNvSpPr txBox="true"/>
          <p:nvPr/>
        </p:nvSpPr>
        <p:spPr>
          <a:xfrm rot="0">
            <a:off x="5692690" y="5095875"/>
            <a:ext cx="6902620" cy="384432"/>
          </a:xfrm>
          <a:prstGeom prst="rect">
            <a:avLst/>
          </a:prstGeom>
        </p:spPr>
        <p:txBody>
          <a:bodyPr anchor="t" rtlCol="false" tIns="0" lIns="0" bIns="0" rIns="0">
            <a:spAutoFit/>
          </a:bodyPr>
          <a:lstStyle/>
          <a:p>
            <a:pPr algn="ctr" marL="0" indent="0" lvl="0">
              <a:lnSpc>
                <a:spcPts val="3057"/>
              </a:lnSpc>
              <a:spcBef>
                <a:spcPct val="0"/>
              </a:spcBef>
            </a:pPr>
          </a:p>
        </p:txBody>
      </p:sp>
      <p:sp>
        <p:nvSpPr>
          <p:cNvPr name="TextBox 9" id="9"/>
          <p:cNvSpPr txBox="true"/>
          <p:nvPr/>
        </p:nvSpPr>
        <p:spPr>
          <a:xfrm rot="0">
            <a:off x="5836231" y="3898279"/>
            <a:ext cx="6902620" cy="384432"/>
          </a:xfrm>
          <a:prstGeom prst="rect">
            <a:avLst/>
          </a:prstGeom>
        </p:spPr>
        <p:txBody>
          <a:bodyPr anchor="t" rtlCol="false" tIns="0" lIns="0" bIns="0" rIns="0">
            <a:spAutoFit/>
          </a:bodyPr>
          <a:lstStyle/>
          <a:p>
            <a:pPr algn="ctr" marL="0" indent="0" lvl="0">
              <a:lnSpc>
                <a:spcPts val="3057"/>
              </a:lnSpc>
              <a:spcBef>
                <a:spcPct val="0"/>
              </a:spcBef>
            </a:pPr>
            <a:r>
              <a:rPr lang="en-US" sz="2215" strike="noStrike" u="none">
                <a:solidFill>
                  <a:srgbClr val="FFFFFF"/>
                </a:solidFill>
                <a:latin typeface="DM Sans"/>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51D40"/>
        </a:solidFill>
      </p:bgPr>
    </p:bg>
    <p:spTree>
      <p:nvGrpSpPr>
        <p:cNvPr id="1" name=""/>
        <p:cNvGrpSpPr/>
        <p:nvPr/>
      </p:nvGrpSpPr>
      <p:grpSpPr>
        <a:xfrm>
          <a:off x="0" y="0"/>
          <a:ext cx="0" cy="0"/>
          <a:chOff x="0" y="0"/>
          <a:chExt cx="0" cy="0"/>
        </a:xfrm>
      </p:grpSpPr>
      <p:sp>
        <p:nvSpPr>
          <p:cNvPr name="Freeform 2" id="2"/>
          <p:cNvSpPr/>
          <p:nvPr/>
        </p:nvSpPr>
        <p:spPr>
          <a:xfrm flipH="false" flipV="false" rot="0">
            <a:off x="16683520" y="1590911"/>
            <a:ext cx="2651835" cy="2651835"/>
          </a:xfrm>
          <a:custGeom>
            <a:avLst/>
            <a:gdLst/>
            <a:ahLst/>
            <a:cxnLst/>
            <a:rect r="r" b="b" t="t" l="l"/>
            <a:pathLst>
              <a:path h="2651835" w="2651835">
                <a:moveTo>
                  <a:pt x="0" y="0"/>
                </a:moveTo>
                <a:lnTo>
                  <a:pt x="2651835" y="0"/>
                </a:lnTo>
                <a:lnTo>
                  <a:pt x="2651835" y="2651835"/>
                </a:lnTo>
                <a:lnTo>
                  <a:pt x="0" y="2651835"/>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637321" y="2636321"/>
            <a:ext cx="7650679" cy="7650679"/>
            <a:chOff x="0" y="0"/>
            <a:chExt cx="3331210" cy="3331210"/>
          </a:xfrm>
        </p:grpSpPr>
        <p:sp>
          <p:nvSpPr>
            <p:cNvPr name="Freeform 4" id="4"/>
            <p:cNvSpPr/>
            <p:nvPr/>
          </p:nvSpPr>
          <p:spPr>
            <a:xfrm flipH="false" flipV="false" rot="0">
              <a:off x="0" y="0"/>
              <a:ext cx="3331210" cy="3331210"/>
            </a:xfrm>
            <a:custGeom>
              <a:avLst/>
              <a:gdLst/>
              <a:ahLst/>
              <a:cxnLst/>
              <a:rect r="r" b="b" t="t" l="l"/>
              <a:pathLst>
                <a:path h="3331210" w="3331210">
                  <a:moveTo>
                    <a:pt x="3331210" y="3331210"/>
                  </a:moveTo>
                  <a:lnTo>
                    <a:pt x="0" y="3331210"/>
                  </a:lnTo>
                  <a:cubicBezTo>
                    <a:pt x="0" y="1490980"/>
                    <a:pt x="1490980" y="0"/>
                    <a:pt x="3331210" y="0"/>
                  </a:cubicBezTo>
                  <a:lnTo>
                    <a:pt x="3331210" y="3331210"/>
                  </a:lnTo>
                  <a:close/>
                </a:path>
              </a:pathLst>
            </a:custGeom>
            <a:blipFill>
              <a:blip r:embed="rId4"/>
              <a:stretch>
                <a:fillRect l="0" t="-902" r="-26325" b="-25423"/>
              </a:stretch>
            </a:blipFill>
          </p:spPr>
        </p:sp>
      </p:grpSp>
      <p:sp>
        <p:nvSpPr>
          <p:cNvPr name="TextBox 5" id="5"/>
          <p:cNvSpPr txBox="true"/>
          <p:nvPr/>
        </p:nvSpPr>
        <p:spPr>
          <a:xfrm rot="0">
            <a:off x="1492591" y="3817346"/>
            <a:ext cx="10434893" cy="2644315"/>
          </a:xfrm>
          <a:prstGeom prst="rect">
            <a:avLst/>
          </a:prstGeom>
        </p:spPr>
        <p:txBody>
          <a:bodyPr anchor="t" rtlCol="false" tIns="0" lIns="0" bIns="0" rIns="0">
            <a:spAutoFit/>
          </a:bodyPr>
          <a:lstStyle/>
          <a:p>
            <a:pPr marL="0" indent="0" lvl="0">
              <a:lnSpc>
                <a:spcPts val="10543"/>
              </a:lnSpc>
            </a:pPr>
            <a:r>
              <a:rPr lang="en-US" sz="7530" spc="459">
                <a:solidFill>
                  <a:srgbClr val="FFFFFF"/>
                </a:solidFill>
                <a:latin typeface="Now Bold"/>
              </a:rPr>
              <a:t>Thanks For Your Valuable Time !!</a:t>
            </a:r>
          </a:p>
        </p:txBody>
      </p:sp>
      <p:sp>
        <p:nvSpPr>
          <p:cNvPr name="Freeform 6" id="6"/>
          <p:cNvSpPr/>
          <p:nvPr/>
        </p:nvSpPr>
        <p:spPr>
          <a:xfrm flipH="false" flipV="false" rot="0">
            <a:off x="-789475" y="-570381"/>
            <a:ext cx="2651835" cy="2651835"/>
          </a:xfrm>
          <a:custGeom>
            <a:avLst/>
            <a:gdLst/>
            <a:ahLst/>
            <a:cxnLst/>
            <a:rect r="r" b="b" t="t" l="l"/>
            <a:pathLst>
              <a:path h="2651835" w="2651835">
                <a:moveTo>
                  <a:pt x="0" y="0"/>
                </a:moveTo>
                <a:lnTo>
                  <a:pt x="2651836" y="0"/>
                </a:lnTo>
                <a:lnTo>
                  <a:pt x="2651836" y="2651835"/>
                </a:lnTo>
                <a:lnTo>
                  <a:pt x="0" y="2651835"/>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57169" y="3038939"/>
            <a:ext cx="559773" cy="712674"/>
          </a:xfrm>
          <a:custGeom>
            <a:avLst/>
            <a:gdLst/>
            <a:ahLst/>
            <a:cxnLst/>
            <a:rect r="r" b="b" t="t" l="l"/>
            <a:pathLst>
              <a:path h="712674" w="559773">
                <a:moveTo>
                  <a:pt x="0" y="0"/>
                </a:moveTo>
                <a:lnTo>
                  <a:pt x="559773" y="0"/>
                </a:lnTo>
                <a:lnTo>
                  <a:pt x="559773" y="712673"/>
                </a:lnTo>
                <a:lnTo>
                  <a:pt x="0" y="7126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03957" y="3022795"/>
            <a:ext cx="808743" cy="788157"/>
          </a:xfrm>
          <a:custGeom>
            <a:avLst/>
            <a:gdLst/>
            <a:ahLst/>
            <a:cxnLst/>
            <a:rect r="r" b="b" t="t" l="l"/>
            <a:pathLst>
              <a:path h="788157" w="808743">
                <a:moveTo>
                  <a:pt x="0" y="0"/>
                </a:moveTo>
                <a:lnTo>
                  <a:pt x="808743" y="0"/>
                </a:lnTo>
                <a:lnTo>
                  <a:pt x="808743" y="788157"/>
                </a:lnTo>
                <a:lnTo>
                  <a:pt x="0" y="788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370343" y="2977353"/>
            <a:ext cx="786583" cy="853295"/>
          </a:xfrm>
          <a:custGeom>
            <a:avLst/>
            <a:gdLst/>
            <a:ahLst/>
            <a:cxnLst/>
            <a:rect r="r" b="b" t="t" l="l"/>
            <a:pathLst>
              <a:path h="853295" w="786583">
                <a:moveTo>
                  <a:pt x="0" y="0"/>
                </a:moveTo>
                <a:lnTo>
                  <a:pt x="786583" y="0"/>
                </a:lnTo>
                <a:lnTo>
                  <a:pt x="786583" y="853295"/>
                </a:lnTo>
                <a:lnTo>
                  <a:pt x="0" y="8532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632011" y="2912843"/>
            <a:ext cx="913512" cy="838770"/>
          </a:xfrm>
          <a:custGeom>
            <a:avLst/>
            <a:gdLst/>
            <a:ahLst/>
            <a:cxnLst/>
            <a:rect r="r" b="b" t="t" l="l"/>
            <a:pathLst>
              <a:path h="838770" w="913512">
                <a:moveTo>
                  <a:pt x="0" y="0"/>
                </a:moveTo>
                <a:lnTo>
                  <a:pt x="913512" y="0"/>
                </a:lnTo>
                <a:lnTo>
                  <a:pt x="913512" y="838769"/>
                </a:lnTo>
                <a:lnTo>
                  <a:pt x="0" y="8387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872769" y="3069922"/>
            <a:ext cx="629328" cy="760726"/>
          </a:xfrm>
          <a:custGeom>
            <a:avLst/>
            <a:gdLst/>
            <a:ahLst/>
            <a:cxnLst/>
            <a:rect r="r" b="b" t="t" l="l"/>
            <a:pathLst>
              <a:path h="760726" w="629328">
                <a:moveTo>
                  <a:pt x="0" y="0"/>
                </a:moveTo>
                <a:lnTo>
                  <a:pt x="629328" y="0"/>
                </a:lnTo>
                <a:lnTo>
                  <a:pt x="629328" y="760726"/>
                </a:lnTo>
                <a:lnTo>
                  <a:pt x="0" y="7607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3335206" y="5494550"/>
            <a:ext cx="699051" cy="799330"/>
          </a:xfrm>
          <a:custGeom>
            <a:avLst/>
            <a:gdLst/>
            <a:ahLst/>
            <a:cxnLst/>
            <a:rect r="r" b="b" t="t" l="l"/>
            <a:pathLst>
              <a:path h="799330" w="699051">
                <a:moveTo>
                  <a:pt x="0" y="0"/>
                </a:moveTo>
                <a:lnTo>
                  <a:pt x="699050" y="0"/>
                </a:lnTo>
                <a:lnTo>
                  <a:pt x="699050" y="799330"/>
                </a:lnTo>
                <a:lnTo>
                  <a:pt x="0" y="7993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4245504" y="5477408"/>
            <a:ext cx="771522" cy="742064"/>
          </a:xfrm>
          <a:custGeom>
            <a:avLst/>
            <a:gdLst/>
            <a:ahLst/>
            <a:cxnLst/>
            <a:rect r="r" b="b" t="t" l="l"/>
            <a:pathLst>
              <a:path h="742064" w="771522">
                <a:moveTo>
                  <a:pt x="0" y="0"/>
                </a:moveTo>
                <a:lnTo>
                  <a:pt x="771522" y="0"/>
                </a:lnTo>
                <a:lnTo>
                  <a:pt x="771522" y="742064"/>
                </a:lnTo>
                <a:lnTo>
                  <a:pt x="0" y="74206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5452121" y="5368865"/>
            <a:ext cx="650497" cy="774401"/>
          </a:xfrm>
          <a:custGeom>
            <a:avLst/>
            <a:gdLst/>
            <a:ahLst/>
            <a:cxnLst/>
            <a:rect r="r" b="b" t="t" l="l"/>
            <a:pathLst>
              <a:path h="774401" w="650497">
                <a:moveTo>
                  <a:pt x="0" y="0"/>
                </a:moveTo>
                <a:lnTo>
                  <a:pt x="650497" y="0"/>
                </a:lnTo>
                <a:lnTo>
                  <a:pt x="650497" y="774401"/>
                </a:lnTo>
                <a:lnTo>
                  <a:pt x="0" y="77440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6701250" y="5445998"/>
            <a:ext cx="758127" cy="672665"/>
          </a:xfrm>
          <a:custGeom>
            <a:avLst/>
            <a:gdLst/>
            <a:ahLst/>
            <a:cxnLst/>
            <a:rect r="r" b="b" t="t" l="l"/>
            <a:pathLst>
              <a:path h="672665" w="758127">
                <a:moveTo>
                  <a:pt x="0" y="0"/>
                </a:moveTo>
                <a:lnTo>
                  <a:pt x="758127" y="0"/>
                </a:lnTo>
                <a:lnTo>
                  <a:pt x="758127" y="672666"/>
                </a:lnTo>
                <a:lnTo>
                  <a:pt x="0" y="67266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7909929" y="5421396"/>
            <a:ext cx="665047" cy="640863"/>
          </a:xfrm>
          <a:custGeom>
            <a:avLst/>
            <a:gdLst/>
            <a:ahLst/>
            <a:cxnLst/>
            <a:rect r="r" b="b" t="t" l="l"/>
            <a:pathLst>
              <a:path h="640863" w="665047">
                <a:moveTo>
                  <a:pt x="0" y="0"/>
                </a:moveTo>
                <a:lnTo>
                  <a:pt x="665047" y="0"/>
                </a:lnTo>
                <a:lnTo>
                  <a:pt x="665047" y="640863"/>
                </a:lnTo>
                <a:lnTo>
                  <a:pt x="0" y="64086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11323032" y="2956026"/>
            <a:ext cx="974926" cy="921748"/>
          </a:xfrm>
          <a:custGeom>
            <a:avLst/>
            <a:gdLst/>
            <a:ahLst/>
            <a:cxnLst/>
            <a:rect r="r" b="b" t="t" l="l"/>
            <a:pathLst>
              <a:path h="921748" w="974926">
                <a:moveTo>
                  <a:pt x="0" y="0"/>
                </a:moveTo>
                <a:lnTo>
                  <a:pt x="974926" y="0"/>
                </a:lnTo>
                <a:lnTo>
                  <a:pt x="974926" y="921749"/>
                </a:lnTo>
                <a:lnTo>
                  <a:pt x="0" y="921749"/>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10164526" y="3089097"/>
            <a:ext cx="746819" cy="722377"/>
          </a:xfrm>
          <a:custGeom>
            <a:avLst/>
            <a:gdLst/>
            <a:ahLst/>
            <a:cxnLst/>
            <a:rect r="r" b="b" t="t" l="l"/>
            <a:pathLst>
              <a:path h="722377" w="746819">
                <a:moveTo>
                  <a:pt x="0" y="0"/>
                </a:moveTo>
                <a:lnTo>
                  <a:pt x="746819" y="0"/>
                </a:lnTo>
                <a:lnTo>
                  <a:pt x="746819" y="722377"/>
                </a:lnTo>
                <a:lnTo>
                  <a:pt x="0" y="722377"/>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4" id="14"/>
          <p:cNvSpPr/>
          <p:nvPr/>
        </p:nvSpPr>
        <p:spPr>
          <a:xfrm flipH="false" flipV="false" rot="0">
            <a:off x="4513541" y="8255981"/>
            <a:ext cx="856802" cy="827204"/>
          </a:xfrm>
          <a:custGeom>
            <a:avLst/>
            <a:gdLst/>
            <a:ahLst/>
            <a:cxnLst/>
            <a:rect r="r" b="b" t="t" l="l"/>
            <a:pathLst>
              <a:path h="827204" w="856802">
                <a:moveTo>
                  <a:pt x="0" y="0"/>
                </a:moveTo>
                <a:lnTo>
                  <a:pt x="856802" y="0"/>
                </a:lnTo>
                <a:lnTo>
                  <a:pt x="856802" y="827204"/>
                </a:lnTo>
                <a:lnTo>
                  <a:pt x="0" y="82720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false" flipV="false" rot="0">
            <a:off x="12580863" y="3069922"/>
            <a:ext cx="884649" cy="854089"/>
          </a:xfrm>
          <a:custGeom>
            <a:avLst/>
            <a:gdLst/>
            <a:ahLst/>
            <a:cxnLst/>
            <a:rect r="r" b="b" t="t" l="l"/>
            <a:pathLst>
              <a:path h="854089" w="884649">
                <a:moveTo>
                  <a:pt x="0" y="0"/>
                </a:moveTo>
                <a:lnTo>
                  <a:pt x="884649" y="0"/>
                </a:lnTo>
                <a:lnTo>
                  <a:pt x="884649" y="854089"/>
                </a:lnTo>
                <a:lnTo>
                  <a:pt x="0" y="854089"/>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9008522" y="5289177"/>
            <a:ext cx="884649" cy="854089"/>
          </a:xfrm>
          <a:custGeom>
            <a:avLst/>
            <a:gdLst/>
            <a:ahLst/>
            <a:cxnLst/>
            <a:rect r="r" b="b" t="t" l="l"/>
            <a:pathLst>
              <a:path h="854089" w="884649">
                <a:moveTo>
                  <a:pt x="0" y="0"/>
                </a:moveTo>
                <a:lnTo>
                  <a:pt x="884650" y="0"/>
                </a:lnTo>
                <a:lnTo>
                  <a:pt x="884650" y="854089"/>
                </a:lnTo>
                <a:lnTo>
                  <a:pt x="0" y="854089"/>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7" id="17"/>
          <p:cNvSpPr/>
          <p:nvPr/>
        </p:nvSpPr>
        <p:spPr>
          <a:xfrm flipH="false" flipV="false" rot="0">
            <a:off x="10151430" y="5421396"/>
            <a:ext cx="747700" cy="721870"/>
          </a:xfrm>
          <a:custGeom>
            <a:avLst/>
            <a:gdLst/>
            <a:ahLst/>
            <a:cxnLst/>
            <a:rect r="r" b="b" t="t" l="l"/>
            <a:pathLst>
              <a:path h="721870" w="747700">
                <a:moveTo>
                  <a:pt x="0" y="0"/>
                </a:moveTo>
                <a:lnTo>
                  <a:pt x="747700" y="0"/>
                </a:lnTo>
                <a:lnTo>
                  <a:pt x="747700" y="721870"/>
                </a:lnTo>
                <a:lnTo>
                  <a:pt x="0" y="721870"/>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 id="18"/>
          <p:cNvSpPr/>
          <p:nvPr/>
        </p:nvSpPr>
        <p:spPr>
          <a:xfrm flipH="false" flipV="false" rot="0">
            <a:off x="11349682" y="5421396"/>
            <a:ext cx="882987" cy="854089"/>
          </a:xfrm>
          <a:custGeom>
            <a:avLst/>
            <a:gdLst/>
            <a:ahLst/>
            <a:cxnLst/>
            <a:rect r="r" b="b" t="t" l="l"/>
            <a:pathLst>
              <a:path h="854089" w="882987">
                <a:moveTo>
                  <a:pt x="0" y="0"/>
                </a:moveTo>
                <a:lnTo>
                  <a:pt x="882987" y="0"/>
                </a:lnTo>
                <a:lnTo>
                  <a:pt x="882987" y="854089"/>
                </a:lnTo>
                <a:lnTo>
                  <a:pt x="0" y="854089"/>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9" id="19"/>
          <p:cNvSpPr/>
          <p:nvPr/>
        </p:nvSpPr>
        <p:spPr>
          <a:xfrm flipH="false" flipV="false" rot="0">
            <a:off x="12796013" y="5395649"/>
            <a:ext cx="791335" cy="720834"/>
          </a:xfrm>
          <a:custGeom>
            <a:avLst/>
            <a:gdLst/>
            <a:ahLst/>
            <a:cxnLst/>
            <a:rect r="r" b="b" t="t" l="l"/>
            <a:pathLst>
              <a:path h="720834" w="791335">
                <a:moveTo>
                  <a:pt x="0" y="0"/>
                </a:moveTo>
                <a:lnTo>
                  <a:pt x="791334" y="0"/>
                </a:lnTo>
                <a:lnTo>
                  <a:pt x="791334" y="720833"/>
                </a:lnTo>
                <a:lnTo>
                  <a:pt x="0" y="720833"/>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0" id="20"/>
          <p:cNvSpPr/>
          <p:nvPr/>
        </p:nvSpPr>
        <p:spPr>
          <a:xfrm flipH="false" flipV="false" rot="0">
            <a:off x="12783727" y="6876102"/>
            <a:ext cx="755313" cy="756689"/>
          </a:xfrm>
          <a:custGeom>
            <a:avLst/>
            <a:gdLst/>
            <a:ahLst/>
            <a:cxnLst/>
            <a:rect r="r" b="b" t="t" l="l"/>
            <a:pathLst>
              <a:path h="756689" w="755313">
                <a:moveTo>
                  <a:pt x="0" y="0"/>
                </a:moveTo>
                <a:lnTo>
                  <a:pt x="755313" y="0"/>
                </a:lnTo>
                <a:lnTo>
                  <a:pt x="755313" y="756689"/>
                </a:lnTo>
                <a:lnTo>
                  <a:pt x="0" y="756689"/>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1" id="21"/>
          <p:cNvSpPr/>
          <p:nvPr/>
        </p:nvSpPr>
        <p:spPr>
          <a:xfrm flipH="false" flipV="false" rot="0">
            <a:off x="5463924" y="7116598"/>
            <a:ext cx="741528" cy="730742"/>
          </a:xfrm>
          <a:custGeom>
            <a:avLst/>
            <a:gdLst/>
            <a:ahLst/>
            <a:cxnLst/>
            <a:rect r="r" b="b" t="t" l="l"/>
            <a:pathLst>
              <a:path h="730742" w="741528">
                <a:moveTo>
                  <a:pt x="0" y="0"/>
                </a:moveTo>
                <a:lnTo>
                  <a:pt x="741528" y="0"/>
                </a:lnTo>
                <a:lnTo>
                  <a:pt x="741528" y="730742"/>
                </a:lnTo>
                <a:lnTo>
                  <a:pt x="0" y="730742"/>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2" id="22"/>
          <p:cNvSpPr/>
          <p:nvPr/>
        </p:nvSpPr>
        <p:spPr>
          <a:xfrm flipH="false" flipV="false" rot="0">
            <a:off x="3094477" y="4392668"/>
            <a:ext cx="847166" cy="847166"/>
          </a:xfrm>
          <a:custGeom>
            <a:avLst/>
            <a:gdLst/>
            <a:ahLst/>
            <a:cxnLst/>
            <a:rect r="r" b="b" t="t" l="l"/>
            <a:pathLst>
              <a:path h="847166" w="847166">
                <a:moveTo>
                  <a:pt x="0" y="0"/>
                </a:moveTo>
                <a:lnTo>
                  <a:pt x="847166" y="0"/>
                </a:lnTo>
                <a:lnTo>
                  <a:pt x="847166" y="847166"/>
                </a:lnTo>
                <a:lnTo>
                  <a:pt x="0" y="847166"/>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23" id="23"/>
          <p:cNvSpPr/>
          <p:nvPr/>
        </p:nvSpPr>
        <p:spPr>
          <a:xfrm flipH="false" flipV="false" rot="0">
            <a:off x="10129825" y="7011028"/>
            <a:ext cx="730742" cy="730742"/>
          </a:xfrm>
          <a:custGeom>
            <a:avLst/>
            <a:gdLst/>
            <a:ahLst/>
            <a:cxnLst/>
            <a:rect r="r" b="b" t="t" l="l"/>
            <a:pathLst>
              <a:path h="730742" w="730742">
                <a:moveTo>
                  <a:pt x="0" y="0"/>
                </a:moveTo>
                <a:lnTo>
                  <a:pt x="730742" y="0"/>
                </a:lnTo>
                <a:lnTo>
                  <a:pt x="730742" y="730743"/>
                </a:lnTo>
                <a:lnTo>
                  <a:pt x="0" y="730743"/>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24" id="24"/>
          <p:cNvSpPr/>
          <p:nvPr/>
        </p:nvSpPr>
        <p:spPr>
          <a:xfrm flipH="false" flipV="false" rot="0">
            <a:off x="6668531" y="4337340"/>
            <a:ext cx="749829" cy="730742"/>
          </a:xfrm>
          <a:custGeom>
            <a:avLst/>
            <a:gdLst/>
            <a:ahLst/>
            <a:cxnLst/>
            <a:rect r="r" b="b" t="t" l="l"/>
            <a:pathLst>
              <a:path h="730742" w="749829">
                <a:moveTo>
                  <a:pt x="0" y="0"/>
                </a:moveTo>
                <a:lnTo>
                  <a:pt x="749829" y="0"/>
                </a:lnTo>
                <a:lnTo>
                  <a:pt x="749829" y="730743"/>
                </a:lnTo>
                <a:lnTo>
                  <a:pt x="0" y="730743"/>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25" id="25"/>
          <p:cNvSpPr/>
          <p:nvPr/>
        </p:nvSpPr>
        <p:spPr>
          <a:xfrm flipH="false" flipV="false" rot="0">
            <a:off x="7879006" y="7011028"/>
            <a:ext cx="855124" cy="730742"/>
          </a:xfrm>
          <a:custGeom>
            <a:avLst/>
            <a:gdLst/>
            <a:ahLst/>
            <a:cxnLst/>
            <a:rect r="r" b="b" t="t" l="l"/>
            <a:pathLst>
              <a:path h="730742" w="855124">
                <a:moveTo>
                  <a:pt x="0" y="0"/>
                </a:moveTo>
                <a:lnTo>
                  <a:pt x="855124" y="0"/>
                </a:lnTo>
                <a:lnTo>
                  <a:pt x="855124" y="730743"/>
                </a:lnTo>
                <a:lnTo>
                  <a:pt x="0" y="730743"/>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Freeform 26" id="26"/>
          <p:cNvSpPr/>
          <p:nvPr/>
        </p:nvSpPr>
        <p:spPr>
          <a:xfrm flipH="false" flipV="false" rot="0">
            <a:off x="5399318" y="4392668"/>
            <a:ext cx="674940" cy="730742"/>
          </a:xfrm>
          <a:custGeom>
            <a:avLst/>
            <a:gdLst/>
            <a:ahLst/>
            <a:cxnLst/>
            <a:rect r="r" b="b" t="t" l="l"/>
            <a:pathLst>
              <a:path h="730742" w="674940">
                <a:moveTo>
                  <a:pt x="0" y="0"/>
                </a:moveTo>
                <a:lnTo>
                  <a:pt x="674940" y="0"/>
                </a:lnTo>
                <a:lnTo>
                  <a:pt x="674940" y="730742"/>
                </a:lnTo>
                <a:lnTo>
                  <a:pt x="0" y="730742"/>
                </a:lnTo>
                <a:lnTo>
                  <a:pt x="0" y="0"/>
                </a:lnTo>
                <a:close/>
              </a:path>
            </a:pathLst>
          </a:custGeom>
          <a:blipFill>
            <a:blip r:embed="rId50">
              <a:extLst>
                <a:ext uri="{96DAC541-7B7A-43D3-8B79-37D633B846F1}">
                  <asvg:svgBlip xmlns:asvg="http://schemas.microsoft.com/office/drawing/2016/SVG/main" r:embed="rId51"/>
                </a:ext>
              </a:extLst>
            </a:blip>
            <a:stretch>
              <a:fillRect l="0" t="0" r="0" b="0"/>
            </a:stretch>
          </a:blipFill>
        </p:spPr>
      </p:sp>
      <p:sp>
        <p:nvSpPr>
          <p:cNvPr name="Freeform 27" id="27"/>
          <p:cNvSpPr/>
          <p:nvPr/>
        </p:nvSpPr>
        <p:spPr>
          <a:xfrm flipH="false" flipV="false" rot="0">
            <a:off x="4245504" y="4392668"/>
            <a:ext cx="637739" cy="730742"/>
          </a:xfrm>
          <a:custGeom>
            <a:avLst/>
            <a:gdLst/>
            <a:ahLst/>
            <a:cxnLst/>
            <a:rect r="r" b="b" t="t" l="l"/>
            <a:pathLst>
              <a:path h="730742" w="637739">
                <a:moveTo>
                  <a:pt x="0" y="0"/>
                </a:moveTo>
                <a:lnTo>
                  <a:pt x="637739" y="0"/>
                </a:lnTo>
                <a:lnTo>
                  <a:pt x="637739" y="730742"/>
                </a:lnTo>
                <a:lnTo>
                  <a:pt x="0" y="730742"/>
                </a:lnTo>
                <a:lnTo>
                  <a:pt x="0" y="0"/>
                </a:lnTo>
                <a:close/>
              </a:path>
            </a:pathLst>
          </a:custGeom>
          <a:blipFill>
            <a:blip r:embed="rId52">
              <a:extLst>
                <a:ext uri="{96DAC541-7B7A-43D3-8B79-37D633B846F1}">
                  <asvg:svgBlip xmlns:asvg="http://schemas.microsoft.com/office/drawing/2016/SVG/main" r:embed="rId53"/>
                </a:ext>
              </a:extLst>
            </a:blip>
            <a:stretch>
              <a:fillRect l="0" t="0" r="0" b="0"/>
            </a:stretch>
          </a:blipFill>
        </p:spPr>
      </p:sp>
      <p:sp>
        <p:nvSpPr>
          <p:cNvPr name="Freeform 28" id="28"/>
          <p:cNvSpPr/>
          <p:nvPr/>
        </p:nvSpPr>
        <p:spPr>
          <a:xfrm flipH="false" flipV="false" rot="0">
            <a:off x="6783404" y="7083506"/>
            <a:ext cx="749829" cy="730742"/>
          </a:xfrm>
          <a:custGeom>
            <a:avLst/>
            <a:gdLst/>
            <a:ahLst/>
            <a:cxnLst/>
            <a:rect r="r" b="b" t="t" l="l"/>
            <a:pathLst>
              <a:path h="730742" w="749829">
                <a:moveTo>
                  <a:pt x="0" y="0"/>
                </a:moveTo>
                <a:lnTo>
                  <a:pt x="749829" y="0"/>
                </a:lnTo>
                <a:lnTo>
                  <a:pt x="749829" y="730742"/>
                </a:lnTo>
                <a:lnTo>
                  <a:pt x="0" y="730742"/>
                </a:lnTo>
                <a:lnTo>
                  <a:pt x="0" y="0"/>
                </a:lnTo>
                <a:close/>
              </a:path>
            </a:pathLst>
          </a:custGeom>
          <a:blipFill>
            <a:blip r:embed="rId54">
              <a:extLst>
                <a:ext uri="{96DAC541-7B7A-43D3-8B79-37D633B846F1}">
                  <asvg:svgBlip xmlns:asvg="http://schemas.microsoft.com/office/drawing/2016/SVG/main" r:embed="rId55"/>
                </a:ext>
              </a:extLst>
            </a:blip>
            <a:stretch>
              <a:fillRect l="0" t="0" r="0" b="0"/>
            </a:stretch>
          </a:blipFill>
        </p:spPr>
      </p:sp>
      <p:sp>
        <p:nvSpPr>
          <p:cNvPr name="Freeform 29" id="29"/>
          <p:cNvSpPr/>
          <p:nvPr/>
        </p:nvSpPr>
        <p:spPr>
          <a:xfrm flipH="false" flipV="false" rot="0">
            <a:off x="4631265" y="7116598"/>
            <a:ext cx="490262" cy="730742"/>
          </a:xfrm>
          <a:custGeom>
            <a:avLst/>
            <a:gdLst/>
            <a:ahLst/>
            <a:cxnLst/>
            <a:rect r="r" b="b" t="t" l="l"/>
            <a:pathLst>
              <a:path h="730742" w="490262">
                <a:moveTo>
                  <a:pt x="0" y="0"/>
                </a:moveTo>
                <a:lnTo>
                  <a:pt x="490262" y="0"/>
                </a:lnTo>
                <a:lnTo>
                  <a:pt x="490262" y="730742"/>
                </a:lnTo>
                <a:lnTo>
                  <a:pt x="0" y="730742"/>
                </a:lnTo>
                <a:lnTo>
                  <a:pt x="0" y="0"/>
                </a:lnTo>
                <a:close/>
              </a:path>
            </a:pathLst>
          </a:custGeom>
          <a:blipFill>
            <a:blip r:embed="rId56">
              <a:extLst>
                <a:ext uri="{96DAC541-7B7A-43D3-8B79-37D633B846F1}">
                  <asvg:svgBlip xmlns:asvg="http://schemas.microsoft.com/office/drawing/2016/SVG/main" r:embed="rId57"/>
                </a:ext>
              </a:extLst>
            </a:blip>
            <a:stretch>
              <a:fillRect l="0" t="0" r="0" b="0"/>
            </a:stretch>
          </a:blipFill>
        </p:spPr>
      </p:sp>
      <p:sp>
        <p:nvSpPr>
          <p:cNvPr name="Freeform 30" id="30"/>
          <p:cNvSpPr/>
          <p:nvPr/>
        </p:nvSpPr>
        <p:spPr>
          <a:xfrm flipH="false" flipV="false" rot="0">
            <a:off x="3354128" y="8255981"/>
            <a:ext cx="758318" cy="730742"/>
          </a:xfrm>
          <a:custGeom>
            <a:avLst/>
            <a:gdLst/>
            <a:ahLst/>
            <a:cxnLst/>
            <a:rect r="r" b="b" t="t" l="l"/>
            <a:pathLst>
              <a:path h="730742" w="758318">
                <a:moveTo>
                  <a:pt x="0" y="0"/>
                </a:moveTo>
                <a:lnTo>
                  <a:pt x="758318" y="0"/>
                </a:lnTo>
                <a:lnTo>
                  <a:pt x="758318" y="730742"/>
                </a:lnTo>
                <a:lnTo>
                  <a:pt x="0" y="730742"/>
                </a:lnTo>
                <a:lnTo>
                  <a:pt x="0" y="0"/>
                </a:lnTo>
                <a:close/>
              </a:path>
            </a:pathLst>
          </a:custGeom>
          <a:blipFill>
            <a:blip r:embed="rId58">
              <a:extLst>
                <a:ext uri="{96DAC541-7B7A-43D3-8B79-37D633B846F1}">
                  <asvg:svgBlip xmlns:asvg="http://schemas.microsoft.com/office/drawing/2016/SVG/main" r:embed="rId59"/>
                </a:ext>
              </a:extLst>
            </a:blip>
            <a:stretch>
              <a:fillRect l="0" t="0" r="0" b="0"/>
            </a:stretch>
          </a:blipFill>
        </p:spPr>
      </p:sp>
      <p:sp>
        <p:nvSpPr>
          <p:cNvPr name="Freeform 31" id="31"/>
          <p:cNvSpPr/>
          <p:nvPr/>
        </p:nvSpPr>
        <p:spPr>
          <a:xfrm flipH="false" flipV="false" rot="0">
            <a:off x="10267094" y="4282013"/>
            <a:ext cx="629767" cy="730742"/>
          </a:xfrm>
          <a:custGeom>
            <a:avLst/>
            <a:gdLst/>
            <a:ahLst/>
            <a:cxnLst/>
            <a:rect r="r" b="b" t="t" l="l"/>
            <a:pathLst>
              <a:path h="730742" w="629767">
                <a:moveTo>
                  <a:pt x="0" y="0"/>
                </a:moveTo>
                <a:lnTo>
                  <a:pt x="629767" y="0"/>
                </a:lnTo>
                <a:lnTo>
                  <a:pt x="629767" y="730742"/>
                </a:lnTo>
                <a:lnTo>
                  <a:pt x="0" y="730742"/>
                </a:lnTo>
                <a:lnTo>
                  <a:pt x="0" y="0"/>
                </a:lnTo>
                <a:close/>
              </a:path>
            </a:pathLst>
          </a:custGeom>
          <a:blipFill>
            <a:blip r:embed="rId60">
              <a:extLst>
                <a:ext uri="{96DAC541-7B7A-43D3-8B79-37D633B846F1}">
                  <asvg:svgBlip xmlns:asvg="http://schemas.microsoft.com/office/drawing/2016/SVG/main" r:embed="rId61"/>
                </a:ext>
              </a:extLst>
            </a:blip>
            <a:stretch>
              <a:fillRect l="0" t="0" r="0" b="0"/>
            </a:stretch>
          </a:blipFill>
        </p:spPr>
      </p:sp>
      <p:sp>
        <p:nvSpPr>
          <p:cNvPr name="Freeform 32" id="32"/>
          <p:cNvSpPr/>
          <p:nvPr/>
        </p:nvSpPr>
        <p:spPr>
          <a:xfrm flipH="false" flipV="false" rot="0">
            <a:off x="11438383" y="4282013"/>
            <a:ext cx="794285" cy="730742"/>
          </a:xfrm>
          <a:custGeom>
            <a:avLst/>
            <a:gdLst/>
            <a:ahLst/>
            <a:cxnLst/>
            <a:rect r="r" b="b" t="t" l="l"/>
            <a:pathLst>
              <a:path h="730742" w="794285">
                <a:moveTo>
                  <a:pt x="0" y="0"/>
                </a:moveTo>
                <a:lnTo>
                  <a:pt x="794286" y="0"/>
                </a:lnTo>
                <a:lnTo>
                  <a:pt x="794286" y="730742"/>
                </a:lnTo>
                <a:lnTo>
                  <a:pt x="0" y="730742"/>
                </a:lnTo>
                <a:lnTo>
                  <a:pt x="0" y="0"/>
                </a:lnTo>
                <a:close/>
              </a:path>
            </a:pathLst>
          </a:custGeom>
          <a:blipFill>
            <a:blip r:embed="rId62">
              <a:extLst>
                <a:ext uri="{96DAC541-7B7A-43D3-8B79-37D633B846F1}">
                  <asvg:svgBlip xmlns:asvg="http://schemas.microsoft.com/office/drawing/2016/SVG/main" r:embed="rId63"/>
                </a:ext>
              </a:extLst>
            </a:blip>
            <a:stretch>
              <a:fillRect l="0" t="0" r="0" b="0"/>
            </a:stretch>
          </a:blipFill>
        </p:spPr>
      </p:sp>
      <p:sp>
        <p:nvSpPr>
          <p:cNvPr name="Freeform 33" id="33"/>
          <p:cNvSpPr/>
          <p:nvPr/>
        </p:nvSpPr>
        <p:spPr>
          <a:xfrm flipH="false" flipV="false" rot="0">
            <a:off x="7725714" y="4392668"/>
            <a:ext cx="1033479" cy="620087"/>
          </a:xfrm>
          <a:custGeom>
            <a:avLst/>
            <a:gdLst/>
            <a:ahLst/>
            <a:cxnLst/>
            <a:rect r="r" b="b" t="t" l="l"/>
            <a:pathLst>
              <a:path h="620087" w="1033479">
                <a:moveTo>
                  <a:pt x="0" y="0"/>
                </a:moveTo>
                <a:lnTo>
                  <a:pt x="1033478" y="0"/>
                </a:lnTo>
                <a:lnTo>
                  <a:pt x="1033478" y="620087"/>
                </a:lnTo>
                <a:lnTo>
                  <a:pt x="0" y="620087"/>
                </a:lnTo>
                <a:lnTo>
                  <a:pt x="0" y="0"/>
                </a:lnTo>
                <a:close/>
              </a:path>
            </a:pathLst>
          </a:custGeom>
          <a:blipFill>
            <a:blip r:embed="rId64">
              <a:extLst>
                <a:ext uri="{96DAC541-7B7A-43D3-8B79-37D633B846F1}">
                  <asvg:svgBlip xmlns:asvg="http://schemas.microsoft.com/office/drawing/2016/SVG/main" r:embed="rId65"/>
                </a:ext>
              </a:extLst>
            </a:blip>
            <a:stretch>
              <a:fillRect l="0" t="0" r="0" b="0"/>
            </a:stretch>
          </a:blipFill>
        </p:spPr>
      </p:sp>
      <p:sp>
        <p:nvSpPr>
          <p:cNvPr name="Freeform 34" id="34"/>
          <p:cNvSpPr/>
          <p:nvPr/>
        </p:nvSpPr>
        <p:spPr>
          <a:xfrm flipH="false" flipV="false" rot="0">
            <a:off x="12796013" y="4282013"/>
            <a:ext cx="730742" cy="730742"/>
          </a:xfrm>
          <a:custGeom>
            <a:avLst/>
            <a:gdLst/>
            <a:ahLst/>
            <a:cxnLst/>
            <a:rect r="r" b="b" t="t" l="l"/>
            <a:pathLst>
              <a:path h="730742" w="730742">
                <a:moveTo>
                  <a:pt x="0" y="0"/>
                </a:moveTo>
                <a:lnTo>
                  <a:pt x="730742" y="0"/>
                </a:lnTo>
                <a:lnTo>
                  <a:pt x="730742" y="730742"/>
                </a:lnTo>
                <a:lnTo>
                  <a:pt x="0" y="730742"/>
                </a:lnTo>
                <a:lnTo>
                  <a:pt x="0" y="0"/>
                </a:lnTo>
                <a:close/>
              </a:path>
            </a:pathLst>
          </a:custGeom>
          <a:blipFill>
            <a:blip r:embed="rId66">
              <a:extLst>
                <a:ext uri="{96DAC541-7B7A-43D3-8B79-37D633B846F1}">
                  <asvg:svgBlip xmlns:asvg="http://schemas.microsoft.com/office/drawing/2016/SVG/main" r:embed="rId67"/>
                </a:ext>
              </a:extLst>
            </a:blip>
            <a:stretch>
              <a:fillRect l="0" t="0" r="0" b="0"/>
            </a:stretch>
          </a:blipFill>
        </p:spPr>
      </p:sp>
      <p:sp>
        <p:nvSpPr>
          <p:cNvPr name="Freeform 35" id="35"/>
          <p:cNvSpPr/>
          <p:nvPr/>
        </p:nvSpPr>
        <p:spPr>
          <a:xfrm flipH="false" flipV="false" rot="0">
            <a:off x="9141632" y="4282013"/>
            <a:ext cx="580608" cy="730742"/>
          </a:xfrm>
          <a:custGeom>
            <a:avLst/>
            <a:gdLst/>
            <a:ahLst/>
            <a:cxnLst/>
            <a:rect r="r" b="b" t="t" l="l"/>
            <a:pathLst>
              <a:path h="730742" w="580608">
                <a:moveTo>
                  <a:pt x="0" y="0"/>
                </a:moveTo>
                <a:lnTo>
                  <a:pt x="580608" y="0"/>
                </a:lnTo>
                <a:lnTo>
                  <a:pt x="580608" y="730742"/>
                </a:lnTo>
                <a:lnTo>
                  <a:pt x="0" y="730742"/>
                </a:lnTo>
                <a:lnTo>
                  <a:pt x="0" y="0"/>
                </a:lnTo>
                <a:close/>
              </a:path>
            </a:pathLst>
          </a:custGeom>
          <a:blipFill>
            <a:blip r:embed="rId68">
              <a:extLst>
                <a:ext uri="{96DAC541-7B7A-43D3-8B79-37D633B846F1}">
                  <asvg:svgBlip xmlns:asvg="http://schemas.microsoft.com/office/drawing/2016/SVG/main" r:embed="rId69"/>
                </a:ext>
              </a:extLst>
            </a:blip>
            <a:stretch>
              <a:fillRect l="0" t="0" r="0" b="0"/>
            </a:stretch>
          </a:blipFill>
        </p:spPr>
      </p:sp>
      <p:sp>
        <p:nvSpPr>
          <p:cNvPr name="Freeform 36" id="36"/>
          <p:cNvSpPr/>
          <p:nvPr/>
        </p:nvSpPr>
        <p:spPr>
          <a:xfrm flipH="false" flipV="false" rot="0">
            <a:off x="3354128" y="7116598"/>
            <a:ext cx="749829" cy="730742"/>
          </a:xfrm>
          <a:custGeom>
            <a:avLst/>
            <a:gdLst/>
            <a:ahLst/>
            <a:cxnLst/>
            <a:rect r="r" b="b" t="t" l="l"/>
            <a:pathLst>
              <a:path h="730742" w="749829">
                <a:moveTo>
                  <a:pt x="0" y="0"/>
                </a:moveTo>
                <a:lnTo>
                  <a:pt x="749829" y="0"/>
                </a:lnTo>
                <a:lnTo>
                  <a:pt x="749829" y="730742"/>
                </a:lnTo>
                <a:lnTo>
                  <a:pt x="0" y="730742"/>
                </a:lnTo>
                <a:lnTo>
                  <a:pt x="0" y="0"/>
                </a:lnTo>
                <a:close/>
              </a:path>
            </a:pathLst>
          </a:custGeom>
          <a:blipFill>
            <a:blip r:embed="rId70">
              <a:extLst>
                <a:ext uri="{96DAC541-7B7A-43D3-8B79-37D633B846F1}">
                  <asvg:svgBlip xmlns:asvg="http://schemas.microsoft.com/office/drawing/2016/SVG/main" r:embed="rId71"/>
                </a:ext>
              </a:extLst>
            </a:blip>
            <a:stretch>
              <a:fillRect l="0" t="0" r="0" b="0"/>
            </a:stretch>
          </a:blipFill>
        </p:spPr>
      </p:sp>
      <p:sp>
        <p:nvSpPr>
          <p:cNvPr name="Freeform 37" id="37"/>
          <p:cNvSpPr/>
          <p:nvPr/>
        </p:nvSpPr>
        <p:spPr>
          <a:xfrm flipH="false" flipV="false" rot="0">
            <a:off x="11531936" y="6889075"/>
            <a:ext cx="607181" cy="730742"/>
          </a:xfrm>
          <a:custGeom>
            <a:avLst/>
            <a:gdLst/>
            <a:ahLst/>
            <a:cxnLst/>
            <a:rect r="r" b="b" t="t" l="l"/>
            <a:pathLst>
              <a:path h="730742" w="607181">
                <a:moveTo>
                  <a:pt x="0" y="0"/>
                </a:moveTo>
                <a:lnTo>
                  <a:pt x="607180" y="0"/>
                </a:lnTo>
                <a:lnTo>
                  <a:pt x="607180" y="730743"/>
                </a:lnTo>
                <a:lnTo>
                  <a:pt x="0" y="730743"/>
                </a:lnTo>
                <a:lnTo>
                  <a:pt x="0" y="0"/>
                </a:lnTo>
                <a:close/>
              </a:path>
            </a:pathLst>
          </a:custGeom>
          <a:blipFill>
            <a:blip r:embed="rId72">
              <a:extLst>
                <a:ext uri="{96DAC541-7B7A-43D3-8B79-37D633B846F1}">
                  <asvg:svgBlip xmlns:asvg="http://schemas.microsoft.com/office/drawing/2016/SVG/main" r:embed="rId73"/>
                </a:ext>
              </a:extLst>
            </a:blip>
            <a:stretch>
              <a:fillRect l="0" t="0" r="0" b="0"/>
            </a:stretch>
          </a:blipFill>
        </p:spPr>
      </p:sp>
      <p:sp>
        <p:nvSpPr>
          <p:cNvPr name="Freeform 38" id="38"/>
          <p:cNvSpPr/>
          <p:nvPr/>
        </p:nvSpPr>
        <p:spPr>
          <a:xfrm flipH="false" flipV="false" rot="0">
            <a:off x="9037908" y="7011028"/>
            <a:ext cx="788056" cy="730742"/>
          </a:xfrm>
          <a:custGeom>
            <a:avLst/>
            <a:gdLst/>
            <a:ahLst/>
            <a:cxnLst/>
            <a:rect r="r" b="b" t="t" l="l"/>
            <a:pathLst>
              <a:path h="730742" w="788056">
                <a:moveTo>
                  <a:pt x="0" y="0"/>
                </a:moveTo>
                <a:lnTo>
                  <a:pt x="788056" y="0"/>
                </a:lnTo>
                <a:lnTo>
                  <a:pt x="788056" y="730743"/>
                </a:lnTo>
                <a:lnTo>
                  <a:pt x="0" y="730743"/>
                </a:lnTo>
                <a:lnTo>
                  <a:pt x="0" y="0"/>
                </a:lnTo>
                <a:close/>
              </a:path>
            </a:pathLst>
          </a:custGeom>
          <a:blipFill>
            <a:blip r:embed="rId74">
              <a:extLst>
                <a:ext uri="{96DAC541-7B7A-43D3-8B79-37D633B846F1}">
                  <asvg:svgBlip xmlns:asvg="http://schemas.microsoft.com/office/drawing/2016/SVG/main" r:embed="rId75"/>
                </a:ext>
              </a:extLst>
            </a:blip>
            <a:stretch>
              <a:fillRect l="0" t="0" r="0" b="0"/>
            </a:stretch>
          </a:blipFill>
        </p:spPr>
      </p:sp>
      <p:sp>
        <p:nvSpPr>
          <p:cNvPr name="Freeform 39" id="39"/>
          <p:cNvSpPr/>
          <p:nvPr/>
        </p:nvSpPr>
        <p:spPr>
          <a:xfrm flipH="false" flipV="false" rot="0">
            <a:off x="5579909" y="8161679"/>
            <a:ext cx="988698" cy="950948"/>
          </a:xfrm>
          <a:custGeom>
            <a:avLst/>
            <a:gdLst/>
            <a:ahLst/>
            <a:cxnLst/>
            <a:rect r="r" b="b" t="t" l="l"/>
            <a:pathLst>
              <a:path h="950948" w="988698">
                <a:moveTo>
                  <a:pt x="0" y="0"/>
                </a:moveTo>
                <a:lnTo>
                  <a:pt x="988698" y="0"/>
                </a:lnTo>
                <a:lnTo>
                  <a:pt x="988698" y="950948"/>
                </a:lnTo>
                <a:lnTo>
                  <a:pt x="0" y="950948"/>
                </a:lnTo>
                <a:lnTo>
                  <a:pt x="0" y="0"/>
                </a:lnTo>
                <a:close/>
              </a:path>
            </a:pathLst>
          </a:custGeom>
          <a:blipFill>
            <a:blip r:embed="rId76">
              <a:extLst>
                <a:ext uri="{96DAC541-7B7A-43D3-8B79-37D633B846F1}">
                  <asvg:svgBlip xmlns:asvg="http://schemas.microsoft.com/office/drawing/2016/SVG/main" r:embed="rId77"/>
                </a:ext>
              </a:extLst>
            </a:blip>
            <a:stretch>
              <a:fillRect l="0" t="0" r="0" b="0"/>
            </a:stretch>
          </a:blipFill>
        </p:spPr>
      </p:sp>
      <p:sp>
        <p:nvSpPr>
          <p:cNvPr name="Freeform 40" id="40"/>
          <p:cNvSpPr/>
          <p:nvPr/>
        </p:nvSpPr>
        <p:spPr>
          <a:xfrm flipH="false" flipV="false" rot="0">
            <a:off x="6826331" y="8139065"/>
            <a:ext cx="932103" cy="944119"/>
          </a:xfrm>
          <a:custGeom>
            <a:avLst/>
            <a:gdLst/>
            <a:ahLst/>
            <a:cxnLst/>
            <a:rect r="r" b="b" t="t" l="l"/>
            <a:pathLst>
              <a:path h="944119" w="932103">
                <a:moveTo>
                  <a:pt x="0" y="0"/>
                </a:moveTo>
                <a:lnTo>
                  <a:pt x="932103" y="0"/>
                </a:lnTo>
                <a:lnTo>
                  <a:pt x="932103" y="944120"/>
                </a:lnTo>
                <a:lnTo>
                  <a:pt x="0" y="944120"/>
                </a:lnTo>
                <a:lnTo>
                  <a:pt x="0" y="0"/>
                </a:lnTo>
                <a:close/>
              </a:path>
            </a:pathLst>
          </a:custGeom>
          <a:blipFill>
            <a:blip r:embed="rId78">
              <a:extLst>
                <a:ext uri="{96DAC541-7B7A-43D3-8B79-37D633B846F1}">
                  <asvg:svgBlip xmlns:asvg="http://schemas.microsoft.com/office/drawing/2016/SVG/main" r:embed="rId79"/>
                </a:ext>
              </a:extLst>
            </a:blip>
            <a:stretch>
              <a:fillRect l="0" t="0" r="0" b="0"/>
            </a:stretch>
          </a:blipFill>
        </p:spPr>
      </p:sp>
      <p:sp>
        <p:nvSpPr>
          <p:cNvPr name="Freeform 41" id="41"/>
          <p:cNvSpPr/>
          <p:nvPr/>
        </p:nvSpPr>
        <p:spPr>
          <a:xfrm flipH="false" flipV="false" rot="0">
            <a:off x="8073958" y="8198663"/>
            <a:ext cx="856276" cy="845378"/>
          </a:xfrm>
          <a:custGeom>
            <a:avLst/>
            <a:gdLst/>
            <a:ahLst/>
            <a:cxnLst/>
            <a:rect r="r" b="b" t="t" l="l"/>
            <a:pathLst>
              <a:path h="845378" w="856276">
                <a:moveTo>
                  <a:pt x="0" y="0"/>
                </a:moveTo>
                <a:lnTo>
                  <a:pt x="856277" y="0"/>
                </a:lnTo>
                <a:lnTo>
                  <a:pt x="856277" y="845378"/>
                </a:lnTo>
                <a:lnTo>
                  <a:pt x="0" y="845378"/>
                </a:lnTo>
                <a:lnTo>
                  <a:pt x="0" y="0"/>
                </a:lnTo>
                <a:close/>
              </a:path>
            </a:pathLst>
          </a:custGeom>
          <a:blipFill>
            <a:blip r:embed="rId80">
              <a:extLst>
                <a:ext uri="{96DAC541-7B7A-43D3-8B79-37D633B846F1}">
                  <asvg:svgBlip xmlns:asvg="http://schemas.microsoft.com/office/drawing/2016/SVG/main" r:embed="rId81"/>
                </a:ext>
              </a:extLst>
            </a:blip>
            <a:stretch>
              <a:fillRect l="0" t="0" r="0" b="0"/>
            </a:stretch>
          </a:blipFill>
        </p:spPr>
      </p:sp>
      <p:sp>
        <p:nvSpPr>
          <p:cNvPr name="Freeform 42" id="42"/>
          <p:cNvSpPr/>
          <p:nvPr/>
        </p:nvSpPr>
        <p:spPr>
          <a:xfrm flipH="false" flipV="false" rot="0">
            <a:off x="9090672" y="8108253"/>
            <a:ext cx="750693" cy="878470"/>
          </a:xfrm>
          <a:custGeom>
            <a:avLst/>
            <a:gdLst/>
            <a:ahLst/>
            <a:cxnLst/>
            <a:rect r="r" b="b" t="t" l="l"/>
            <a:pathLst>
              <a:path h="878470" w="750693">
                <a:moveTo>
                  <a:pt x="0" y="0"/>
                </a:moveTo>
                <a:lnTo>
                  <a:pt x="750693" y="0"/>
                </a:lnTo>
                <a:lnTo>
                  <a:pt x="750693" y="878470"/>
                </a:lnTo>
                <a:lnTo>
                  <a:pt x="0" y="878470"/>
                </a:lnTo>
                <a:lnTo>
                  <a:pt x="0" y="0"/>
                </a:lnTo>
                <a:close/>
              </a:path>
            </a:pathLst>
          </a:custGeom>
          <a:blipFill>
            <a:blip r:embed="rId82">
              <a:extLst>
                <a:ext uri="{96DAC541-7B7A-43D3-8B79-37D633B846F1}">
                  <asvg:svgBlip xmlns:asvg="http://schemas.microsoft.com/office/drawing/2016/SVG/main" r:embed="rId83"/>
                </a:ext>
              </a:extLst>
            </a:blip>
            <a:stretch>
              <a:fillRect l="0" t="0" r="0" b="0"/>
            </a:stretch>
          </a:blipFill>
        </p:spPr>
      </p:sp>
      <p:sp>
        <p:nvSpPr>
          <p:cNvPr name="Freeform 43" id="43"/>
          <p:cNvSpPr/>
          <p:nvPr/>
        </p:nvSpPr>
        <p:spPr>
          <a:xfrm flipH="false" flipV="false" rot="0">
            <a:off x="12796013" y="7989042"/>
            <a:ext cx="913343" cy="878470"/>
          </a:xfrm>
          <a:custGeom>
            <a:avLst/>
            <a:gdLst/>
            <a:ahLst/>
            <a:cxnLst/>
            <a:rect r="r" b="b" t="t" l="l"/>
            <a:pathLst>
              <a:path h="878470" w="913343">
                <a:moveTo>
                  <a:pt x="0" y="0"/>
                </a:moveTo>
                <a:lnTo>
                  <a:pt x="913343" y="0"/>
                </a:lnTo>
                <a:lnTo>
                  <a:pt x="913343" y="878470"/>
                </a:lnTo>
                <a:lnTo>
                  <a:pt x="0" y="878470"/>
                </a:lnTo>
                <a:lnTo>
                  <a:pt x="0" y="0"/>
                </a:lnTo>
                <a:close/>
              </a:path>
            </a:pathLst>
          </a:custGeom>
          <a:blipFill>
            <a:blip r:embed="rId84">
              <a:extLst>
                <a:ext uri="{96DAC541-7B7A-43D3-8B79-37D633B846F1}">
                  <asvg:svgBlip xmlns:asvg="http://schemas.microsoft.com/office/drawing/2016/SVG/main" r:embed="rId85"/>
                </a:ext>
              </a:extLst>
            </a:blip>
            <a:stretch>
              <a:fillRect l="0" t="0" r="0" b="0"/>
            </a:stretch>
          </a:blipFill>
        </p:spPr>
      </p:sp>
      <p:sp>
        <p:nvSpPr>
          <p:cNvPr name="Freeform 44" id="44"/>
          <p:cNvSpPr/>
          <p:nvPr/>
        </p:nvSpPr>
        <p:spPr>
          <a:xfrm flipH="false" flipV="false" rot="0">
            <a:off x="11438383" y="8081197"/>
            <a:ext cx="882477" cy="905526"/>
          </a:xfrm>
          <a:custGeom>
            <a:avLst/>
            <a:gdLst/>
            <a:ahLst/>
            <a:cxnLst/>
            <a:rect r="r" b="b" t="t" l="l"/>
            <a:pathLst>
              <a:path h="905526" w="882477">
                <a:moveTo>
                  <a:pt x="0" y="0"/>
                </a:moveTo>
                <a:lnTo>
                  <a:pt x="882477" y="0"/>
                </a:lnTo>
                <a:lnTo>
                  <a:pt x="882477" y="905526"/>
                </a:lnTo>
                <a:lnTo>
                  <a:pt x="0" y="905526"/>
                </a:lnTo>
                <a:lnTo>
                  <a:pt x="0" y="0"/>
                </a:lnTo>
                <a:close/>
              </a:path>
            </a:pathLst>
          </a:custGeom>
          <a:blipFill>
            <a:blip r:embed="rId86">
              <a:extLst>
                <a:ext uri="{96DAC541-7B7A-43D3-8B79-37D633B846F1}">
                  <asvg:svgBlip xmlns:asvg="http://schemas.microsoft.com/office/drawing/2016/SVG/main" r:embed="rId87"/>
                </a:ext>
              </a:extLst>
            </a:blip>
            <a:stretch>
              <a:fillRect l="0" t="0" r="0" b="0"/>
            </a:stretch>
          </a:blipFill>
        </p:spPr>
      </p:sp>
      <p:sp>
        <p:nvSpPr>
          <p:cNvPr name="Freeform 45" id="45"/>
          <p:cNvSpPr/>
          <p:nvPr/>
        </p:nvSpPr>
        <p:spPr>
          <a:xfrm flipH="false" flipV="false" rot="0">
            <a:off x="10035585" y="8198663"/>
            <a:ext cx="835494" cy="835494"/>
          </a:xfrm>
          <a:custGeom>
            <a:avLst/>
            <a:gdLst/>
            <a:ahLst/>
            <a:cxnLst/>
            <a:rect r="r" b="b" t="t" l="l"/>
            <a:pathLst>
              <a:path h="835494" w="835494">
                <a:moveTo>
                  <a:pt x="0" y="0"/>
                </a:moveTo>
                <a:lnTo>
                  <a:pt x="835495" y="0"/>
                </a:lnTo>
                <a:lnTo>
                  <a:pt x="835495" y="835495"/>
                </a:lnTo>
                <a:lnTo>
                  <a:pt x="0" y="835495"/>
                </a:lnTo>
                <a:lnTo>
                  <a:pt x="0" y="0"/>
                </a:lnTo>
                <a:close/>
              </a:path>
            </a:pathLst>
          </a:custGeom>
          <a:blipFill>
            <a:blip r:embed="rId88">
              <a:extLst>
                <a:ext uri="{96DAC541-7B7A-43D3-8B79-37D633B846F1}">
                  <asvg:svgBlip xmlns:asvg="http://schemas.microsoft.com/office/drawing/2016/SVG/main" r:embed="rId89"/>
                </a:ext>
              </a:extLst>
            </a:blip>
            <a:stretch>
              <a:fillRect l="0" t="0" r="0" b="0"/>
            </a:stretch>
          </a:blipFill>
        </p:spPr>
      </p:sp>
      <p:sp>
        <p:nvSpPr>
          <p:cNvPr name="Freeform 46" id="46"/>
          <p:cNvSpPr/>
          <p:nvPr/>
        </p:nvSpPr>
        <p:spPr>
          <a:xfrm flipH="false" flipV="false" rot="0">
            <a:off x="13871969" y="3193269"/>
            <a:ext cx="749829" cy="730742"/>
          </a:xfrm>
          <a:custGeom>
            <a:avLst/>
            <a:gdLst/>
            <a:ahLst/>
            <a:cxnLst/>
            <a:rect r="r" b="b" t="t" l="l"/>
            <a:pathLst>
              <a:path h="730742" w="749829">
                <a:moveTo>
                  <a:pt x="0" y="0"/>
                </a:moveTo>
                <a:lnTo>
                  <a:pt x="749829" y="0"/>
                </a:lnTo>
                <a:lnTo>
                  <a:pt x="749829" y="730742"/>
                </a:lnTo>
                <a:lnTo>
                  <a:pt x="0" y="730742"/>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47" id="47"/>
          <p:cNvSpPr/>
          <p:nvPr/>
        </p:nvSpPr>
        <p:spPr>
          <a:xfrm flipH="false" flipV="false" rot="0">
            <a:off x="13834344" y="4262810"/>
            <a:ext cx="858333" cy="805272"/>
          </a:xfrm>
          <a:custGeom>
            <a:avLst/>
            <a:gdLst/>
            <a:ahLst/>
            <a:cxnLst/>
            <a:rect r="r" b="b" t="t" l="l"/>
            <a:pathLst>
              <a:path h="805272" w="858333">
                <a:moveTo>
                  <a:pt x="0" y="0"/>
                </a:moveTo>
                <a:lnTo>
                  <a:pt x="858333" y="0"/>
                </a:lnTo>
                <a:lnTo>
                  <a:pt x="858333" y="805273"/>
                </a:lnTo>
                <a:lnTo>
                  <a:pt x="0" y="805273"/>
                </a:lnTo>
                <a:lnTo>
                  <a:pt x="0" y="0"/>
                </a:lnTo>
                <a:close/>
              </a:path>
            </a:pathLst>
          </a:custGeom>
          <a:blipFill>
            <a:blip r:embed="rId90">
              <a:extLst>
                <a:ext uri="{96DAC541-7B7A-43D3-8B79-37D633B846F1}">
                  <asvg:svgBlip xmlns:asvg="http://schemas.microsoft.com/office/drawing/2016/SVG/main" r:embed="rId91"/>
                </a:ext>
              </a:extLst>
            </a:blip>
            <a:stretch>
              <a:fillRect l="0" t="0" r="0" b="0"/>
            </a:stretch>
          </a:blipFill>
        </p:spPr>
      </p:sp>
      <p:sp>
        <p:nvSpPr>
          <p:cNvPr name="Freeform 48" id="48"/>
          <p:cNvSpPr/>
          <p:nvPr/>
        </p:nvSpPr>
        <p:spPr>
          <a:xfrm flipH="false" flipV="false" rot="0">
            <a:off x="14037745" y="5339670"/>
            <a:ext cx="683787" cy="803596"/>
          </a:xfrm>
          <a:custGeom>
            <a:avLst/>
            <a:gdLst/>
            <a:ahLst/>
            <a:cxnLst/>
            <a:rect r="r" b="b" t="t" l="l"/>
            <a:pathLst>
              <a:path h="803596" w="683787">
                <a:moveTo>
                  <a:pt x="0" y="0"/>
                </a:moveTo>
                <a:lnTo>
                  <a:pt x="683787" y="0"/>
                </a:lnTo>
                <a:lnTo>
                  <a:pt x="683787" y="803596"/>
                </a:lnTo>
                <a:lnTo>
                  <a:pt x="0" y="803596"/>
                </a:lnTo>
                <a:lnTo>
                  <a:pt x="0" y="0"/>
                </a:lnTo>
                <a:close/>
              </a:path>
            </a:pathLst>
          </a:custGeom>
          <a:blipFill>
            <a:blip r:embed="rId92">
              <a:extLst>
                <a:ext uri="{96DAC541-7B7A-43D3-8B79-37D633B846F1}">
                  <asvg:svgBlip xmlns:asvg="http://schemas.microsoft.com/office/drawing/2016/SVG/main" r:embed="rId93"/>
                </a:ext>
              </a:extLst>
            </a:blip>
            <a:stretch>
              <a:fillRect l="0" t="0" r="0" b="0"/>
            </a:stretch>
          </a:blipFill>
        </p:spPr>
      </p:sp>
      <p:sp>
        <p:nvSpPr>
          <p:cNvPr name="Freeform 49" id="49"/>
          <p:cNvSpPr/>
          <p:nvPr/>
        </p:nvSpPr>
        <p:spPr>
          <a:xfrm flipH="false" flipV="false" rot="0">
            <a:off x="14037745" y="6876102"/>
            <a:ext cx="730742" cy="730742"/>
          </a:xfrm>
          <a:custGeom>
            <a:avLst/>
            <a:gdLst/>
            <a:ahLst/>
            <a:cxnLst/>
            <a:rect r="r" b="b" t="t" l="l"/>
            <a:pathLst>
              <a:path h="730742" w="730742">
                <a:moveTo>
                  <a:pt x="0" y="0"/>
                </a:moveTo>
                <a:lnTo>
                  <a:pt x="730742" y="0"/>
                </a:lnTo>
                <a:lnTo>
                  <a:pt x="730742" y="730742"/>
                </a:lnTo>
                <a:lnTo>
                  <a:pt x="0" y="730742"/>
                </a:lnTo>
                <a:lnTo>
                  <a:pt x="0" y="0"/>
                </a:lnTo>
                <a:close/>
              </a:path>
            </a:pathLst>
          </a:custGeom>
          <a:blipFill>
            <a:blip r:embed="rId66">
              <a:extLst>
                <a:ext uri="{96DAC541-7B7A-43D3-8B79-37D633B846F1}">
                  <asvg:svgBlip xmlns:asvg="http://schemas.microsoft.com/office/drawing/2016/SVG/main" r:embed="rId67"/>
                </a:ext>
              </a:extLst>
            </a:blip>
            <a:stretch>
              <a:fillRect l="0" t="0" r="0" b="0"/>
            </a:stretch>
          </a:blipFill>
        </p:spPr>
      </p:sp>
      <p:sp>
        <p:nvSpPr>
          <p:cNvPr name="Freeform 50" id="50"/>
          <p:cNvSpPr/>
          <p:nvPr/>
        </p:nvSpPr>
        <p:spPr>
          <a:xfrm flipH="false" flipV="false" rot="0">
            <a:off x="13964691" y="7989042"/>
            <a:ext cx="756841" cy="803596"/>
          </a:xfrm>
          <a:custGeom>
            <a:avLst/>
            <a:gdLst/>
            <a:ahLst/>
            <a:cxnLst/>
            <a:rect r="r" b="b" t="t" l="l"/>
            <a:pathLst>
              <a:path h="803596" w="756841">
                <a:moveTo>
                  <a:pt x="0" y="0"/>
                </a:moveTo>
                <a:lnTo>
                  <a:pt x="756841" y="0"/>
                </a:lnTo>
                <a:lnTo>
                  <a:pt x="756841" y="803596"/>
                </a:lnTo>
                <a:lnTo>
                  <a:pt x="0" y="803596"/>
                </a:lnTo>
                <a:lnTo>
                  <a:pt x="0" y="0"/>
                </a:lnTo>
                <a:close/>
              </a:path>
            </a:pathLst>
          </a:custGeom>
          <a:blipFill>
            <a:blip r:embed="rId94">
              <a:extLst>
                <a:ext uri="{96DAC541-7B7A-43D3-8B79-37D633B846F1}">
                  <asvg:svgBlip xmlns:asvg="http://schemas.microsoft.com/office/drawing/2016/SVG/main" r:embed="rId95"/>
                </a:ext>
              </a:extLst>
            </a:blip>
            <a:stretch>
              <a:fillRect l="0" t="0" r="0" b="0"/>
            </a:stretch>
          </a:blipFill>
        </p:spPr>
      </p:sp>
      <p:sp>
        <p:nvSpPr>
          <p:cNvPr name="Freeform 51" id="51"/>
          <p:cNvSpPr/>
          <p:nvPr/>
        </p:nvSpPr>
        <p:spPr>
          <a:xfrm flipH="false" flipV="false" rot="0">
            <a:off x="9019023" y="2926160"/>
            <a:ext cx="893991" cy="981428"/>
          </a:xfrm>
          <a:custGeom>
            <a:avLst/>
            <a:gdLst/>
            <a:ahLst/>
            <a:cxnLst/>
            <a:rect r="r" b="b" t="t" l="l"/>
            <a:pathLst>
              <a:path h="981428" w="893991">
                <a:moveTo>
                  <a:pt x="0" y="0"/>
                </a:moveTo>
                <a:lnTo>
                  <a:pt x="893991" y="0"/>
                </a:lnTo>
                <a:lnTo>
                  <a:pt x="893991" y="981428"/>
                </a:lnTo>
                <a:lnTo>
                  <a:pt x="0" y="981428"/>
                </a:lnTo>
                <a:lnTo>
                  <a:pt x="0" y="0"/>
                </a:lnTo>
                <a:close/>
              </a:path>
            </a:pathLst>
          </a:custGeom>
          <a:blipFill>
            <a:blip r:embed="rId96">
              <a:extLst>
                <a:ext uri="{96DAC541-7B7A-43D3-8B79-37D633B846F1}">
                  <asvg:svgBlip xmlns:asvg="http://schemas.microsoft.com/office/drawing/2016/SVG/main" r:embed="rId97"/>
                </a:ext>
              </a:extLst>
            </a:blip>
            <a:stretch>
              <a:fillRect l="0" t="0" r="0" b="0"/>
            </a:stretch>
          </a:blipFill>
        </p:spPr>
      </p:sp>
      <p:sp>
        <p:nvSpPr>
          <p:cNvPr name="TextBox 52" id="52"/>
          <p:cNvSpPr txBox="true"/>
          <p:nvPr/>
        </p:nvSpPr>
        <p:spPr>
          <a:xfrm rot="0">
            <a:off x="3919280" y="1636188"/>
            <a:ext cx="10450651" cy="723900"/>
          </a:xfrm>
          <a:prstGeom prst="rect">
            <a:avLst/>
          </a:prstGeom>
        </p:spPr>
        <p:txBody>
          <a:bodyPr anchor="t" rtlCol="false" tIns="0" lIns="0" bIns="0" rIns="0">
            <a:spAutoFit/>
          </a:bodyPr>
          <a:lstStyle/>
          <a:p>
            <a:pPr algn="ctr" marL="0" indent="0" lvl="0">
              <a:lnSpc>
                <a:spcPts val="5719"/>
              </a:lnSpc>
              <a:spcBef>
                <a:spcPct val="0"/>
              </a:spcBef>
            </a:pPr>
            <a:r>
              <a:rPr lang="en-US" sz="4766">
                <a:solidFill>
                  <a:srgbClr val="145DA0"/>
                </a:solidFill>
                <a:latin typeface="Now Bold"/>
              </a:rPr>
              <a:t>RESOURCE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DAGBQZWYchI</dc:identifier>
  <dcterms:modified xsi:type="dcterms:W3CDTF">2011-08-01T06:04:30Z</dcterms:modified>
  <cp:revision>1</cp:revision>
  <dc:title>Green minimalist professional Business Proposal Presentation</dc:title>
</cp:coreProperties>
</file>